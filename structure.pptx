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E27"/>
    <a:srgbClr val="343C37"/>
    <a:srgbClr val="FBFBFB"/>
    <a:srgbClr val="4472C4"/>
    <a:srgbClr val="767676"/>
    <a:srgbClr val="296D2F"/>
    <a:srgbClr val="575454"/>
    <a:srgbClr val="69D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2BE62-6B0C-4E83-A3FA-D9897E31A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D45C9D-60FA-4628-A9AD-880E77816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C7651-6348-41D9-9FA7-C006EE0D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5F1EFD-A7BC-400C-9C74-74BDD758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90A632-4593-4FE7-806F-02C8B75C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84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53111-EF9B-4D25-9761-3548A8D1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15943B-0DAF-4262-A1DD-50899323C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153085-F131-4B40-8117-C57C096E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E6BF2C-CC06-4AE5-82E6-2B94FF5A2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05F37-1FB3-4C24-BE86-0B9099C2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79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655C7-946B-4059-AE53-568D7C6AB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2847AF-5BE5-463D-AC00-CCF7B7316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819B2-EC04-4948-8EEC-3DA58885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4A875-1F81-45C6-BAE8-7F7D6019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1D6B1-0747-4DEA-998D-06BDF9F3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7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D6D32-98ED-4699-A4CD-F843BD91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71741-FEAA-4C9C-95CA-48126902D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5F74D7-9770-42EF-B249-B68BE9EE3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62ADE5-FE31-4FC8-BD82-1E8215F0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E67638-F515-4F4F-83F5-7BBC59B84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4BC95B-B965-4430-9429-50871B5E9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62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39D97-CC9D-41E8-87EF-5116DAA0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1EB119-AC31-4F4F-B7C0-5A5426E00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F678C6-A4BF-4755-810D-88E3C8360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8CC68E-D1CE-4307-B300-2BD10CB5D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56F683-E6C2-432E-A775-8E3FBBCC9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CFF42F-02F0-4B0B-A796-77761644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9AE2C0-C582-4DEC-A2F1-CD753BF4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773F3B-F422-4644-9BAB-1484C872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97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0C487-A099-4790-8E20-F0561840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0630AB-6C01-4012-80DE-5B3B26D7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F779C3-02EB-4022-A885-F526948FC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62D54F-7B1C-4740-991C-C123A92D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19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7E3F1B-39B9-4663-890F-8DF0850B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ACC8BB-10F1-43A5-8CEB-77A8CBFA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340B39-38A7-4CA9-8D2E-A11DC303F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06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728CA-50D7-4A90-B40A-4376607E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DD0AC-1EDB-4E09-9A10-1E784DBB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579208-030C-4C96-AD98-D0D759436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628E04-EA80-4222-B113-63878C1D2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531396-C0F9-4225-B371-1AFE9310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25DFB5-1CA5-4462-8659-EC26F4B4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00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DC516-D65D-4F4E-BAAA-EE43BF6CE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C63B08-716E-447C-9152-2C59078B6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B9E955-5369-48D8-AD52-1D80E1754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FCC651-8542-4565-8AB0-D8E08689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9B0E0-33F3-456D-B38F-165B45B9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D895D9-A222-4A12-A5AA-FF6B7326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95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E5AF46-CF37-499F-97D7-D808EE51F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C9816A-42E1-4A7F-9FAD-266F16989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54ADE-3119-4915-932A-B9DFFFB0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001AF-31FB-4E27-ABC9-52B357EB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A0B680-FB93-4342-AFAF-F5F90CBC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026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CA2E04-3232-4A80-8356-D8BCBD038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3A2949-80EF-460C-8A3F-767E2306D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25A2E-57FD-48E3-BF79-D4CBD51A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3B6D8-0C80-4E91-91DB-296C8762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D0F5E-F98C-4561-8642-1D4A376B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6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402CF8-BD0E-414A-B32C-52AADF13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FA3BA0-83F0-4C96-A3F5-3BF552474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37A3EE-95A3-426C-91B1-D10C3B55E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9652A-B063-4C37-BC48-0F45D8A23AF9}" type="datetimeFigureOut">
              <a:rPr lang="zh-CN" altLang="en-US" smtClean="0"/>
              <a:t>2024/12/15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0E863-D286-43C2-9582-0055904E8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13EE8-4D1F-40D4-945B-283B6A006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A38F5-3062-4EE1-8938-705D344097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95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9" name="组合 1528">
            <a:extLst>
              <a:ext uri="{FF2B5EF4-FFF2-40B4-BE49-F238E27FC236}">
                <a16:creationId xmlns:a16="http://schemas.microsoft.com/office/drawing/2014/main" id="{B3550B43-38A4-45B4-B60E-67AAB5C0C649}"/>
              </a:ext>
            </a:extLst>
          </p:cNvPr>
          <p:cNvGrpSpPr/>
          <p:nvPr/>
        </p:nvGrpSpPr>
        <p:grpSpPr>
          <a:xfrm>
            <a:off x="1366886" y="102121"/>
            <a:ext cx="9070778" cy="3261505"/>
            <a:chOff x="868492" y="0"/>
            <a:chExt cx="10496240" cy="3940235"/>
          </a:xfrm>
        </p:grpSpPr>
        <p:grpSp>
          <p:nvGrpSpPr>
            <p:cNvPr id="768" name="组合 767">
              <a:extLst>
                <a:ext uri="{FF2B5EF4-FFF2-40B4-BE49-F238E27FC236}">
                  <a16:creationId xmlns:a16="http://schemas.microsoft.com/office/drawing/2014/main" id="{04FB04F1-022E-424E-9631-952B1AF4C0FB}"/>
                </a:ext>
              </a:extLst>
            </p:cNvPr>
            <p:cNvGrpSpPr/>
            <p:nvPr/>
          </p:nvGrpSpPr>
          <p:grpSpPr>
            <a:xfrm>
              <a:off x="8568953" y="1616801"/>
              <a:ext cx="2795779" cy="1759015"/>
              <a:chOff x="7743217" y="2352502"/>
              <a:chExt cx="2795779" cy="1759015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DD4100B1-7F45-43A3-A426-FC47C42ABFCB}"/>
                  </a:ext>
                </a:extLst>
              </p:cNvPr>
              <p:cNvGrpSpPr/>
              <p:nvPr/>
            </p:nvGrpSpPr>
            <p:grpSpPr>
              <a:xfrm>
                <a:off x="7743217" y="2352502"/>
                <a:ext cx="1975527" cy="1759015"/>
                <a:chOff x="7821039" y="2268236"/>
                <a:chExt cx="1975527" cy="1759015"/>
              </a:xfrm>
            </p:grpSpPr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238C5190-2653-42D8-A02F-42E9F8099125}"/>
                    </a:ext>
                  </a:extLst>
                </p:cNvPr>
                <p:cNvSpPr/>
                <p:nvPr/>
              </p:nvSpPr>
              <p:spPr>
                <a:xfrm rot="21441283">
                  <a:off x="7821039" y="2305456"/>
                  <a:ext cx="1935804" cy="1721795"/>
                </a:xfrm>
                <a:prstGeom prst="roundRect">
                  <a:avLst>
                    <a:gd name="adj" fmla="val 1802"/>
                  </a:avLst>
                </a:prstGeom>
                <a:solidFill>
                  <a:srgbClr val="69D383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矩形: 圆角 11">
                  <a:extLst>
                    <a:ext uri="{FF2B5EF4-FFF2-40B4-BE49-F238E27FC236}">
                      <a16:creationId xmlns:a16="http://schemas.microsoft.com/office/drawing/2014/main" id="{90E5004E-6C2E-4C56-B4DA-7CCB4C99FFBD}"/>
                    </a:ext>
                  </a:extLst>
                </p:cNvPr>
                <p:cNvSpPr/>
                <p:nvPr/>
              </p:nvSpPr>
              <p:spPr>
                <a:xfrm rot="21441283">
                  <a:off x="7860762" y="2268236"/>
                  <a:ext cx="1935804" cy="1721795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00B050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378023AD-7404-4380-A64D-637EE8935F61}"/>
                  </a:ext>
                </a:extLst>
              </p:cNvPr>
              <p:cNvGrpSpPr/>
              <p:nvPr/>
            </p:nvGrpSpPr>
            <p:grpSpPr>
              <a:xfrm>
                <a:off x="9042358" y="2514380"/>
                <a:ext cx="507859" cy="902526"/>
                <a:chOff x="4941309" y="4218710"/>
                <a:chExt cx="507859" cy="757107"/>
              </a:xfrm>
            </p:grpSpPr>
            <p:sp>
              <p:nvSpPr>
                <p:cNvPr id="29" name="矩形: 圆角 28">
                  <a:extLst>
                    <a:ext uri="{FF2B5EF4-FFF2-40B4-BE49-F238E27FC236}">
                      <a16:creationId xmlns:a16="http://schemas.microsoft.com/office/drawing/2014/main" id="{EB3210CA-5690-445C-A011-446167ADFBEA}"/>
                    </a:ext>
                  </a:extLst>
                </p:cNvPr>
                <p:cNvSpPr/>
                <p:nvPr/>
              </p:nvSpPr>
              <p:spPr>
                <a:xfrm rot="21441283">
                  <a:off x="4941309" y="4240843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343C37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" name="矩形: 圆角 29">
                  <a:extLst>
                    <a:ext uri="{FF2B5EF4-FFF2-40B4-BE49-F238E27FC236}">
                      <a16:creationId xmlns:a16="http://schemas.microsoft.com/office/drawing/2014/main" id="{895BCCA0-57E7-4914-9585-2A7E2563DFE3}"/>
                    </a:ext>
                  </a:extLst>
                </p:cNvPr>
                <p:cNvSpPr/>
                <p:nvPr/>
              </p:nvSpPr>
              <p:spPr>
                <a:xfrm rot="21441283">
                  <a:off x="4955798" y="4218710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575454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E660FCC5-AC09-48FD-AFB9-F1DD93102C8E}"/>
                  </a:ext>
                </a:extLst>
              </p:cNvPr>
              <p:cNvGrpSpPr/>
              <p:nvPr/>
            </p:nvGrpSpPr>
            <p:grpSpPr>
              <a:xfrm>
                <a:off x="9092385" y="3409496"/>
                <a:ext cx="528724" cy="509590"/>
                <a:chOff x="4941309" y="4190322"/>
                <a:chExt cx="508236" cy="785495"/>
              </a:xfrm>
            </p:grpSpPr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D1D38DBD-737D-4DC8-B272-2F4BD4B119D6}"/>
                    </a:ext>
                  </a:extLst>
                </p:cNvPr>
                <p:cNvSpPr/>
                <p:nvPr/>
              </p:nvSpPr>
              <p:spPr>
                <a:xfrm rot="21441283">
                  <a:off x="4941309" y="4240843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343C37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BC4E29D2-03F9-4A63-A680-5C4EF64A7E29}"/>
                    </a:ext>
                  </a:extLst>
                </p:cNvPr>
                <p:cNvSpPr/>
                <p:nvPr/>
              </p:nvSpPr>
              <p:spPr>
                <a:xfrm rot="21441283">
                  <a:off x="4956175" y="4190322"/>
                  <a:ext cx="493370" cy="734973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575454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A9F4450A-D21E-4C3A-836E-0947E2FD0E07}"/>
                  </a:ext>
                </a:extLst>
              </p:cNvPr>
              <p:cNvGrpSpPr/>
              <p:nvPr/>
            </p:nvGrpSpPr>
            <p:grpSpPr>
              <a:xfrm>
                <a:off x="8500935" y="3438907"/>
                <a:ext cx="550726" cy="468412"/>
                <a:chOff x="4941309" y="4190322"/>
                <a:chExt cx="508603" cy="785495"/>
              </a:xfrm>
            </p:grpSpPr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9A9A1570-B3AF-4AC2-BDB1-1180AAF5D782}"/>
                    </a:ext>
                  </a:extLst>
                </p:cNvPr>
                <p:cNvSpPr/>
                <p:nvPr/>
              </p:nvSpPr>
              <p:spPr>
                <a:xfrm rot="21441283">
                  <a:off x="4941309" y="4240843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343C37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0A070B9D-4920-42CB-9F5C-7FD2DEFF2EDA}"/>
                    </a:ext>
                  </a:extLst>
                </p:cNvPr>
                <p:cNvSpPr/>
                <p:nvPr/>
              </p:nvSpPr>
              <p:spPr>
                <a:xfrm rot="21441283">
                  <a:off x="4956542" y="4190322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575454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6EAB8C33-3CFB-49BC-9AE5-D343EE19839E}"/>
                  </a:ext>
                </a:extLst>
              </p:cNvPr>
              <p:cNvGrpSpPr/>
              <p:nvPr/>
            </p:nvGrpSpPr>
            <p:grpSpPr>
              <a:xfrm>
                <a:off x="7923749" y="3435659"/>
                <a:ext cx="550726" cy="468412"/>
                <a:chOff x="4941309" y="4190322"/>
                <a:chExt cx="508603" cy="785495"/>
              </a:xfrm>
            </p:grpSpPr>
            <p:sp>
              <p:nvSpPr>
                <p:cNvPr id="44" name="矩形: 圆角 43">
                  <a:extLst>
                    <a:ext uri="{FF2B5EF4-FFF2-40B4-BE49-F238E27FC236}">
                      <a16:creationId xmlns:a16="http://schemas.microsoft.com/office/drawing/2014/main" id="{EA0E07A3-961D-4912-80CF-46F77F96E109}"/>
                    </a:ext>
                  </a:extLst>
                </p:cNvPr>
                <p:cNvSpPr/>
                <p:nvPr/>
              </p:nvSpPr>
              <p:spPr>
                <a:xfrm rot="21441283">
                  <a:off x="4941309" y="4240843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343C37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" name="矩形: 圆角 44">
                  <a:extLst>
                    <a:ext uri="{FF2B5EF4-FFF2-40B4-BE49-F238E27FC236}">
                      <a16:creationId xmlns:a16="http://schemas.microsoft.com/office/drawing/2014/main" id="{DF080E8C-DC55-4E5B-BFA2-E1EED8E77301}"/>
                    </a:ext>
                  </a:extLst>
                </p:cNvPr>
                <p:cNvSpPr/>
                <p:nvPr/>
              </p:nvSpPr>
              <p:spPr>
                <a:xfrm rot="21441283">
                  <a:off x="4956542" y="4190322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575454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59A524A2-28ED-4E68-94CE-DB8729FBFB80}"/>
                  </a:ext>
                </a:extLst>
              </p:cNvPr>
              <p:cNvGrpSpPr/>
              <p:nvPr/>
            </p:nvGrpSpPr>
            <p:grpSpPr>
              <a:xfrm>
                <a:off x="8468505" y="2978462"/>
                <a:ext cx="550726" cy="468412"/>
                <a:chOff x="4941309" y="4190322"/>
                <a:chExt cx="508603" cy="785495"/>
              </a:xfrm>
            </p:grpSpPr>
            <p:sp>
              <p:nvSpPr>
                <p:cNvPr id="47" name="矩形: 圆角 46">
                  <a:extLst>
                    <a:ext uri="{FF2B5EF4-FFF2-40B4-BE49-F238E27FC236}">
                      <a16:creationId xmlns:a16="http://schemas.microsoft.com/office/drawing/2014/main" id="{DDEAD3F8-F3A8-4405-BEB2-C257B59D954C}"/>
                    </a:ext>
                  </a:extLst>
                </p:cNvPr>
                <p:cNvSpPr/>
                <p:nvPr/>
              </p:nvSpPr>
              <p:spPr>
                <a:xfrm rot="21441283">
                  <a:off x="4941309" y="4240843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343C37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BB069EDB-5320-42C3-9135-488646114C30}"/>
                    </a:ext>
                  </a:extLst>
                </p:cNvPr>
                <p:cNvSpPr/>
                <p:nvPr/>
              </p:nvSpPr>
              <p:spPr>
                <a:xfrm rot="21441283">
                  <a:off x="4956542" y="4190322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575454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3524332A-4B8A-4312-8AB9-732A6FC1736F}"/>
                  </a:ext>
                </a:extLst>
              </p:cNvPr>
              <p:cNvGrpSpPr/>
              <p:nvPr/>
            </p:nvGrpSpPr>
            <p:grpSpPr>
              <a:xfrm>
                <a:off x="7886910" y="2984942"/>
                <a:ext cx="615064" cy="468412"/>
                <a:chOff x="4941309" y="4190322"/>
                <a:chExt cx="508603" cy="785495"/>
              </a:xfrm>
            </p:grpSpPr>
            <p:sp>
              <p:nvSpPr>
                <p:cNvPr id="50" name="矩形: 圆角 49">
                  <a:extLst>
                    <a:ext uri="{FF2B5EF4-FFF2-40B4-BE49-F238E27FC236}">
                      <a16:creationId xmlns:a16="http://schemas.microsoft.com/office/drawing/2014/main" id="{F1DE5978-3B54-4A21-B145-DB0FA15CBB3C}"/>
                    </a:ext>
                  </a:extLst>
                </p:cNvPr>
                <p:cNvSpPr/>
                <p:nvPr/>
              </p:nvSpPr>
              <p:spPr>
                <a:xfrm rot="21441283">
                  <a:off x="4941309" y="4240843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343C37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" name="矩形: 圆角 50">
                  <a:extLst>
                    <a:ext uri="{FF2B5EF4-FFF2-40B4-BE49-F238E27FC236}">
                      <a16:creationId xmlns:a16="http://schemas.microsoft.com/office/drawing/2014/main" id="{26A83002-31F3-448A-8BE3-3CD3E5B99058}"/>
                    </a:ext>
                  </a:extLst>
                </p:cNvPr>
                <p:cNvSpPr/>
                <p:nvPr/>
              </p:nvSpPr>
              <p:spPr>
                <a:xfrm rot="21441283">
                  <a:off x="4956542" y="4190322"/>
                  <a:ext cx="493370" cy="734974"/>
                </a:xfrm>
                <a:prstGeom prst="roundRect">
                  <a:avLst>
                    <a:gd name="adj" fmla="val 2983"/>
                  </a:avLst>
                </a:prstGeom>
                <a:solidFill>
                  <a:srgbClr val="575454"/>
                </a:solidFill>
                <a:ln>
                  <a:noFill/>
                </a:ln>
                <a:scene3d>
                  <a:camera prst="orthographicFront">
                    <a:rot lat="20109649" lon="20960924" rev="11425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5C311CB6-3E9A-4CA6-BA26-49B18695EE98}"/>
                  </a:ext>
                </a:extLst>
              </p:cNvPr>
              <p:cNvSpPr/>
              <p:nvPr/>
            </p:nvSpPr>
            <p:spPr>
              <a:xfrm rot="21441283">
                <a:off x="7905706" y="2526691"/>
                <a:ext cx="1021745" cy="416529"/>
              </a:xfrm>
              <a:prstGeom prst="roundRect">
                <a:avLst>
                  <a:gd name="adj" fmla="val 2983"/>
                </a:avLst>
              </a:prstGeom>
              <a:solidFill>
                <a:srgbClr val="296D2F"/>
              </a:solidFill>
              <a:ln>
                <a:noFill/>
              </a:ln>
              <a:scene3d>
                <a:camera prst="orthographicFront">
                  <a:rot lat="20109649" lon="20960924" rev="11425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43FE428-6993-4CE8-88C2-879A669164C9}"/>
                  </a:ext>
                </a:extLst>
              </p:cNvPr>
              <p:cNvGrpSpPr/>
              <p:nvPr/>
            </p:nvGrpSpPr>
            <p:grpSpPr>
              <a:xfrm>
                <a:off x="8145161" y="2443065"/>
                <a:ext cx="689991" cy="718928"/>
                <a:chOff x="3699996" y="3825369"/>
                <a:chExt cx="1582260" cy="544043"/>
              </a:xfrm>
            </p:grpSpPr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982102D-0753-41B2-8AFE-B5A20E269DD2}"/>
                    </a:ext>
                  </a:extLst>
                </p:cNvPr>
                <p:cNvSpPr txBox="1"/>
                <p:nvPr/>
              </p:nvSpPr>
              <p:spPr>
                <a:xfrm>
                  <a:off x="3699996" y="3825369"/>
                  <a:ext cx="1572639" cy="4891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chemeClr val="bg1"/>
                      </a:solidFill>
                    </a:rPr>
                    <a:t>......</a:t>
                  </a:r>
                  <a:endParaRPr lang="zh-CN" altLang="en-US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6F155F78-E533-46D0-83AE-C0FABB31A9B7}"/>
                    </a:ext>
                  </a:extLst>
                </p:cNvPr>
                <p:cNvSpPr txBox="1"/>
                <p:nvPr/>
              </p:nvSpPr>
              <p:spPr>
                <a:xfrm>
                  <a:off x="3709618" y="3880306"/>
                  <a:ext cx="1572638" cy="4891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b="1" dirty="0">
                      <a:solidFill>
                        <a:schemeClr val="bg1"/>
                      </a:solidFill>
                    </a:rPr>
                    <a:t>......</a:t>
                  </a:r>
                  <a:endParaRPr lang="zh-CN" altLang="en-US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B9DF11B1-EF08-492E-93FC-7460752D41AA}"/>
                  </a:ext>
                </a:extLst>
              </p:cNvPr>
              <p:cNvSpPr txBox="1"/>
              <p:nvPr/>
            </p:nvSpPr>
            <p:spPr>
              <a:xfrm>
                <a:off x="8233972" y="3027096"/>
                <a:ext cx="14793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SG</a:t>
                </a: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F61593C-DF28-44D9-B2BC-AE8CB58B01AA}"/>
                  </a:ext>
                </a:extLst>
              </p:cNvPr>
              <p:cNvSpPr txBox="1"/>
              <p:nvPr/>
            </p:nvSpPr>
            <p:spPr>
              <a:xfrm>
                <a:off x="7908132" y="3467874"/>
                <a:ext cx="1479322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ADC</a:t>
                </a: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BB22291D-9B94-464E-B96D-4D908F2E715D}"/>
                  </a:ext>
                </a:extLst>
              </p:cNvPr>
              <p:cNvSpPr txBox="1"/>
              <p:nvPr/>
            </p:nvSpPr>
            <p:spPr>
              <a:xfrm>
                <a:off x="8466400" y="3482821"/>
                <a:ext cx="1479322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DAC</a:t>
                </a: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C53D7B3-4674-4318-B868-8760F91278F4}"/>
                  </a:ext>
                </a:extLst>
              </p:cNvPr>
              <p:cNvSpPr txBox="1"/>
              <p:nvPr/>
            </p:nvSpPr>
            <p:spPr>
              <a:xfrm>
                <a:off x="9003274" y="2795287"/>
                <a:ext cx="1479322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MCU</a:t>
                </a: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980A3A7A-AC36-4D53-955F-00A2548F35C7}"/>
                  </a:ext>
                </a:extLst>
              </p:cNvPr>
              <p:cNvSpPr txBox="1"/>
              <p:nvPr/>
            </p:nvSpPr>
            <p:spPr>
              <a:xfrm>
                <a:off x="9059674" y="3485068"/>
                <a:ext cx="1479322" cy="307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RAM</a:t>
                </a:r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F30A138D-43E8-476C-B7FB-EB0B104B1F6D}"/>
                </a:ext>
              </a:extLst>
            </p:cNvPr>
            <p:cNvSpPr/>
            <p:nvPr/>
          </p:nvSpPr>
          <p:spPr>
            <a:xfrm>
              <a:off x="868492" y="0"/>
              <a:ext cx="7680748" cy="3940235"/>
            </a:xfrm>
            <a:custGeom>
              <a:avLst/>
              <a:gdLst>
                <a:gd name="connsiteX0" fmla="*/ 6233403 w 6463893"/>
                <a:gd name="connsiteY0" fmla="*/ 1440675 h 3298379"/>
                <a:gd name="connsiteX1" fmla="*/ 6463893 w 6463893"/>
                <a:gd name="connsiteY1" fmla="*/ 1671165 h 3298379"/>
                <a:gd name="connsiteX2" fmla="*/ 6233403 w 6463893"/>
                <a:gd name="connsiteY2" fmla="*/ 1901655 h 3298379"/>
                <a:gd name="connsiteX3" fmla="*/ 6233403 w 6463893"/>
                <a:gd name="connsiteY3" fmla="*/ 1786410 h 3298379"/>
                <a:gd name="connsiteX4" fmla="*/ 5917093 w 6463893"/>
                <a:gd name="connsiteY4" fmla="*/ 1786410 h 3298379"/>
                <a:gd name="connsiteX5" fmla="*/ 5917093 w 6463893"/>
                <a:gd name="connsiteY5" fmla="*/ 1555920 h 3298379"/>
                <a:gd name="connsiteX6" fmla="*/ 6233403 w 6463893"/>
                <a:gd name="connsiteY6" fmla="*/ 1555920 h 3298379"/>
                <a:gd name="connsiteX7" fmla="*/ 168118 w 6463893"/>
                <a:gd name="connsiteY7" fmla="*/ 0 h 3298379"/>
                <a:gd name="connsiteX8" fmla="*/ 5738208 w 6463893"/>
                <a:gd name="connsiteY8" fmla="*/ 0 h 3298379"/>
                <a:gd name="connsiteX9" fmla="*/ 5906326 w 6463893"/>
                <a:gd name="connsiteY9" fmla="*/ 168118 h 3298379"/>
                <a:gd name="connsiteX10" fmla="*/ 5906326 w 6463893"/>
                <a:gd name="connsiteY10" fmla="*/ 3130261 h 3298379"/>
                <a:gd name="connsiteX11" fmla="*/ 5738208 w 6463893"/>
                <a:gd name="connsiteY11" fmla="*/ 3298379 h 3298379"/>
                <a:gd name="connsiteX12" fmla="*/ 168118 w 6463893"/>
                <a:gd name="connsiteY12" fmla="*/ 3298379 h 3298379"/>
                <a:gd name="connsiteX13" fmla="*/ 0 w 6463893"/>
                <a:gd name="connsiteY13" fmla="*/ 3130261 h 3298379"/>
                <a:gd name="connsiteX14" fmla="*/ 0 w 6463893"/>
                <a:gd name="connsiteY14" fmla="*/ 168118 h 3298379"/>
                <a:gd name="connsiteX15" fmla="*/ 168118 w 6463893"/>
                <a:gd name="connsiteY15" fmla="*/ 0 h 3298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63893" h="3298379">
                  <a:moveTo>
                    <a:pt x="6233403" y="1440675"/>
                  </a:moveTo>
                  <a:lnTo>
                    <a:pt x="6463893" y="1671165"/>
                  </a:lnTo>
                  <a:lnTo>
                    <a:pt x="6233403" y="1901655"/>
                  </a:lnTo>
                  <a:lnTo>
                    <a:pt x="6233403" y="1786410"/>
                  </a:lnTo>
                  <a:lnTo>
                    <a:pt x="5917093" y="1786410"/>
                  </a:lnTo>
                  <a:lnTo>
                    <a:pt x="5917093" y="1555920"/>
                  </a:lnTo>
                  <a:lnTo>
                    <a:pt x="6233403" y="1555920"/>
                  </a:lnTo>
                  <a:close/>
                  <a:moveTo>
                    <a:pt x="168118" y="0"/>
                  </a:moveTo>
                  <a:lnTo>
                    <a:pt x="5738208" y="0"/>
                  </a:lnTo>
                  <a:cubicBezTo>
                    <a:pt x="5831057" y="0"/>
                    <a:pt x="5906326" y="75269"/>
                    <a:pt x="5906326" y="168118"/>
                  </a:cubicBezTo>
                  <a:lnTo>
                    <a:pt x="5906326" y="3130261"/>
                  </a:lnTo>
                  <a:cubicBezTo>
                    <a:pt x="5906326" y="3223110"/>
                    <a:pt x="5831057" y="3298379"/>
                    <a:pt x="5738208" y="3298379"/>
                  </a:cubicBezTo>
                  <a:lnTo>
                    <a:pt x="168118" y="3298379"/>
                  </a:lnTo>
                  <a:cubicBezTo>
                    <a:pt x="75269" y="3298379"/>
                    <a:pt x="0" y="3223110"/>
                    <a:pt x="0" y="3130261"/>
                  </a:cubicBezTo>
                  <a:lnTo>
                    <a:pt x="0" y="168118"/>
                  </a:lnTo>
                  <a:cubicBezTo>
                    <a:pt x="0" y="75269"/>
                    <a:pt x="75269" y="0"/>
                    <a:pt x="16811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rgbClr val="767676"/>
              </a:solidFill>
            </a:ln>
            <a:scene3d>
              <a:camera prst="orthographicFront">
                <a:rot lat="1088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69" name="组合 768">
              <a:extLst>
                <a:ext uri="{FF2B5EF4-FFF2-40B4-BE49-F238E27FC236}">
                  <a16:creationId xmlns:a16="http://schemas.microsoft.com/office/drawing/2014/main" id="{8D98F481-9463-4C24-A3FB-3CD9347C82E8}"/>
                </a:ext>
              </a:extLst>
            </p:cNvPr>
            <p:cNvGrpSpPr/>
            <p:nvPr/>
          </p:nvGrpSpPr>
          <p:grpSpPr>
            <a:xfrm>
              <a:off x="1017501" y="169009"/>
              <a:ext cx="6799106" cy="3602215"/>
              <a:chOff x="1371111" y="669480"/>
              <a:chExt cx="8672131" cy="360221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70" name="组合 769">
                <a:extLst>
                  <a:ext uri="{FF2B5EF4-FFF2-40B4-BE49-F238E27FC236}">
                    <a16:creationId xmlns:a16="http://schemas.microsoft.com/office/drawing/2014/main" id="{CBE5E884-300A-402E-9B9C-1C87E4DC8FC2}"/>
                  </a:ext>
                </a:extLst>
              </p:cNvPr>
              <p:cNvGrpSpPr/>
              <p:nvPr/>
            </p:nvGrpSpPr>
            <p:grpSpPr>
              <a:xfrm>
                <a:off x="9194439" y="2338542"/>
                <a:ext cx="848803" cy="329552"/>
                <a:chOff x="10226984" y="2885463"/>
                <a:chExt cx="1454285" cy="516674"/>
              </a:xfrm>
            </p:grpSpPr>
            <p:cxnSp>
              <p:nvCxnSpPr>
                <p:cNvPr id="1491" name="直接连接符 1490">
                  <a:extLst>
                    <a:ext uri="{FF2B5EF4-FFF2-40B4-BE49-F238E27FC236}">
                      <a16:creationId xmlns:a16="http://schemas.microsoft.com/office/drawing/2014/main" id="{A5FF9345-2E1F-47BB-9194-579BE57A8D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26984" y="3139880"/>
                  <a:ext cx="74850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2" name="矩形 1491">
                  <a:extLst>
                    <a:ext uri="{FF2B5EF4-FFF2-40B4-BE49-F238E27FC236}">
                      <a16:creationId xmlns:a16="http://schemas.microsoft.com/office/drawing/2014/main" id="{8DF052C2-A584-4307-B859-E6F6DEA76BC3}"/>
                    </a:ext>
                  </a:extLst>
                </p:cNvPr>
                <p:cNvSpPr/>
                <p:nvPr/>
              </p:nvSpPr>
              <p:spPr>
                <a:xfrm>
                  <a:off x="10932764" y="3065613"/>
                  <a:ext cx="748505" cy="14996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3" name="矩形 1492">
                  <a:extLst>
                    <a:ext uri="{FF2B5EF4-FFF2-40B4-BE49-F238E27FC236}">
                      <a16:creationId xmlns:a16="http://schemas.microsoft.com/office/drawing/2014/main" id="{A2310D0D-DD67-4831-91B3-F80025BFB5A6}"/>
                    </a:ext>
                  </a:extLst>
                </p:cNvPr>
                <p:cNvSpPr/>
                <p:nvPr/>
              </p:nvSpPr>
              <p:spPr>
                <a:xfrm>
                  <a:off x="11002085" y="3072054"/>
                  <a:ext cx="603115" cy="13546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4" name="矩形 1493">
                  <a:extLst>
                    <a:ext uri="{FF2B5EF4-FFF2-40B4-BE49-F238E27FC236}">
                      <a16:creationId xmlns:a16="http://schemas.microsoft.com/office/drawing/2014/main" id="{54FF113C-BB3C-4FFD-A373-C9962CC0B3EC}"/>
                    </a:ext>
                  </a:extLst>
                </p:cNvPr>
                <p:cNvSpPr/>
                <p:nvPr/>
              </p:nvSpPr>
              <p:spPr>
                <a:xfrm>
                  <a:off x="11053310" y="3209725"/>
                  <a:ext cx="525294" cy="19241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8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95" name="矩形 1494">
                  <a:extLst>
                    <a:ext uri="{FF2B5EF4-FFF2-40B4-BE49-F238E27FC236}">
                      <a16:creationId xmlns:a16="http://schemas.microsoft.com/office/drawing/2014/main" id="{F12ACE79-EEB3-42F6-A436-F17A49AE8D70}"/>
                    </a:ext>
                  </a:extLst>
                </p:cNvPr>
                <p:cNvSpPr/>
                <p:nvPr/>
              </p:nvSpPr>
              <p:spPr>
                <a:xfrm>
                  <a:off x="11053310" y="2885463"/>
                  <a:ext cx="525294" cy="19241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8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72" name="组合 771">
                <a:extLst>
                  <a:ext uri="{FF2B5EF4-FFF2-40B4-BE49-F238E27FC236}">
                    <a16:creationId xmlns:a16="http://schemas.microsoft.com/office/drawing/2014/main" id="{A02A6044-421F-40FC-A93F-AE9F9579EAEF}"/>
                  </a:ext>
                </a:extLst>
              </p:cNvPr>
              <p:cNvGrpSpPr/>
              <p:nvPr/>
            </p:nvGrpSpPr>
            <p:grpSpPr>
              <a:xfrm>
                <a:off x="1371111" y="669480"/>
                <a:ext cx="7864815" cy="3602215"/>
                <a:chOff x="480708" y="343665"/>
                <a:chExt cx="10617501" cy="4201408"/>
              </a:xfrm>
            </p:grpSpPr>
            <p:grpSp>
              <p:nvGrpSpPr>
                <p:cNvPr id="773" name="组合 772">
                  <a:extLst>
                    <a:ext uri="{FF2B5EF4-FFF2-40B4-BE49-F238E27FC236}">
                      <a16:creationId xmlns:a16="http://schemas.microsoft.com/office/drawing/2014/main" id="{2503A70F-57BA-4A1E-AD70-7975C4FE4330}"/>
                    </a:ext>
                  </a:extLst>
                </p:cNvPr>
                <p:cNvGrpSpPr/>
                <p:nvPr/>
              </p:nvGrpSpPr>
              <p:grpSpPr>
                <a:xfrm>
                  <a:off x="1495052" y="72232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80" name="梯形 1479">
                    <a:extLst>
                      <a:ext uri="{FF2B5EF4-FFF2-40B4-BE49-F238E27FC236}">
                        <a16:creationId xmlns:a16="http://schemas.microsoft.com/office/drawing/2014/main" id="{3023DC73-387C-4B65-B015-296702B2FE6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81" name="直接连接符 1480">
                    <a:extLst>
                      <a:ext uri="{FF2B5EF4-FFF2-40B4-BE49-F238E27FC236}">
                        <a16:creationId xmlns:a16="http://schemas.microsoft.com/office/drawing/2014/main" id="{AB87210D-2BD6-4D1F-B152-45DD4A1124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82" name="梯形 1481">
                    <a:extLst>
                      <a:ext uri="{FF2B5EF4-FFF2-40B4-BE49-F238E27FC236}">
                        <a16:creationId xmlns:a16="http://schemas.microsoft.com/office/drawing/2014/main" id="{08FFB719-F806-4B8A-BF72-78850E59609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83" name="连接符: 曲线 1482">
                    <a:extLst>
                      <a:ext uri="{FF2B5EF4-FFF2-40B4-BE49-F238E27FC236}">
                        <a16:creationId xmlns:a16="http://schemas.microsoft.com/office/drawing/2014/main" id="{74C0137F-39F5-46FA-A062-91513F698EB3}"/>
                      </a:ext>
                    </a:extLst>
                  </p:cNvPr>
                  <p:cNvCxnSpPr>
                    <a:stCxn id="1480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4" name="连接符: 曲线 1483">
                    <a:extLst>
                      <a:ext uri="{FF2B5EF4-FFF2-40B4-BE49-F238E27FC236}">
                        <a16:creationId xmlns:a16="http://schemas.microsoft.com/office/drawing/2014/main" id="{F4AFB08D-DEBC-49BB-B3B9-806F65A271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85" name="组合 1484">
                    <a:extLst>
                      <a:ext uri="{FF2B5EF4-FFF2-40B4-BE49-F238E27FC236}">
                        <a16:creationId xmlns:a16="http://schemas.microsoft.com/office/drawing/2014/main" id="{E1A38A1A-134B-4B26-B108-B9E58E66917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88" name="直接连接符 1487">
                      <a:extLst>
                        <a:ext uri="{FF2B5EF4-FFF2-40B4-BE49-F238E27FC236}">
                          <a16:creationId xmlns:a16="http://schemas.microsoft.com/office/drawing/2014/main" id="{1EB01C13-7409-4809-B6AF-3F5BCD2086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9" name="连接符: 曲线 1488">
                      <a:extLst>
                        <a:ext uri="{FF2B5EF4-FFF2-40B4-BE49-F238E27FC236}">
                          <a16:creationId xmlns:a16="http://schemas.microsoft.com/office/drawing/2014/main" id="{59B8DC14-03DF-4081-8D6B-2E530C9245C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0" name="连接符: 曲线 1489">
                      <a:extLst>
                        <a:ext uri="{FF2B5EF4-FFF2-40B4-BE49-F238E27FC236}">
                          <a16:creationId xmlns:a16="http://schemas.microsoft.com/office/drawing/2014/main" id="{4489281A-3A64-4BB7-904F-40ED1C85CF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86" name="矩形 1485">
                    <a:extLst>
                      <a:ext uri="{FF2B5EF4-FFF2-40B4-BE49-F238E27FC236}">
                        <a16:creationId xmlns:a16="http://schemas.microsoft.com/office/drawing/2014/main" id="{65CE21B0-4EE6-4205-9379-CE96696F001F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87" name="矩形 1486">
                    <a:extLst>
                      <a:ext uri="{FF2B5EF4-FFF2-40B4-BE49-F238E27FC236}">
                        <a16:creationId xmlns:a16="http://schemas.microsoft.com/office/drawing/2014/main" id="{A60278D9-5D6C-4E1E-A55E-265EEFDFCBDA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74" name="组合 773">
                  <a:extLst>
                    <a:ext uri="{FF2B5EF4-FFF2-40B4-BE49-F238E27FC236}">
                      <a16:creationId xmlns:a16="http://schemas.microsoft.com/office/drawing/2014/main" id="{58C9126C-6E06-4355-9F87-1E8318FC29FE}"/>
                    </a:ext>
                  </a:extLst>
                </p:cNvPr>
                <p:cNvGrpSpPr/>
                <p:nvPr/>
              </p:nvGrpSpPr>
              <p:grpSpPr>
                <a:xfrm>
                  <a:off x="1496768" y="1536795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69" name="梯形 1468">
                    <a:extLst>
                      <a:ext uri="{FF2B5EF4-FFF2-40B4-BE49-F238E27FC236}">
                        <a16:creationId xmlns:a16="http://schemas.microsoft.com/office/drawing/2014/main" id="{BC7F74C3-4072-44E8-A82A-B6730CCA6E6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70" name="直接连接符 1469">
                    <a:extLst>
                      <a:ext uri="{FF2B5EF4-FFF2-40B4-BE49-F238E27FC236}">
                        <a16:creationId xmlns:a16="http://schemas.microsoft.com/office/drawing/2014/main" id="{0F1AF7E4-68F7-474C-83EF-E51199FD99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71" name="梯形 1470">
                    <a:extLst>
                      <a:ext uri="{FF2B5EF4-FFF2-40B4-BE49-F238E27FC236}">
                        <a16:creationId xmlns:a16="http://schemas.microsoft.com/office/drawing/2014/main" id="{8934C0C5-7E80-4929-BED8-06E7195D2D5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72" name="连接符: 曲线 1471">
                    <a:extLst>
                      <a:ext uri="{FF2B5EF4-FFF2-40B4-BE49-F238E27FC236}">
                        <a16:creationId xmlns:a16="http://schemas.microsoft.com/office/drawing/2014/main" id="{C2DBD3EF-001A-4C3D-A945-8204F493530C}"/>
                      </a:ext>
                    </a:extLst>
                  </p:cNvPr>
                  <p:cNvCxnSpPr>
                    <a:stCxn id="1469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3" name="连接符: 曲线 1472">
                    <a:extLst>
                      <a:ext uri="{FF2B5EF4-FFF2-40B4-BE49-F238E27FC236}">
                        <a16:creationId xmlns:a16="http://schemas.microsoft.com/office/drawing/2014/main" id="{74FEA45B-34A0-43BC-9F4C-CA9B23C597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74" name="组合 1473">
                    <a:extLst>
                      <a:ext uri="{FF2B5EF4-FFF2-40B4-BE49-F238E27FC236}">
                        <a16:creationId xmlns:a16="http://schemas.microsoft.com/office/drawing/2014/main" id="{B37397D3-8FBA-4C41-945A-42CBB858B38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77" name="直接连接符 1476">
                      <a:extLst>
                        <a:ext uri="{FF2B5EF4-FFF2-40B4-BE49-F238E27FC236}">
                          <a16:creationId xmlns:a16="http://schemas.microsoft.com/office/drawing/2014/main" id="{D0452246-F2B9-4482-8DC4-C0FDE5C9F1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8" name="连接符: 曲线 1477">
                      <a:extLst>
                        <a:ext uri="{FF2B5EF4-FFF2-40B4-BE49-F238E27FC236}">
                          <a16:creationId xmlns:a16="http://schemas.microsoft.com/office/drawing/2014/main" id="{5BD6D474-6950-4676-8DAD-671F0BAED06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9" name="连接符: 曲线 1478">
                      <a:extLst>
                        <a:ext uri="{FF2B5EF4-FFF2-40B4-BE49-F238E27FC236}">
                          <a16:creationId xmlns:a16="http://schemas.microsoft.com/office/drawing/2014/main" id="{95A0F650-79FD-4287-A3E2-B976D4390F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75" name="矩形 1474">
                    <a:extLst>
                      <a:ext uri="{FF2B5EF4-FFF2-40B4-BE49-F238E27FC236}">
                        <a16:creationId xmlns:a16="http://schemas.microsoft.com/office/drawing/2014/main" id="{DA0D5065-A874-48D9-9761-57F45D6F814F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76" name="矩形 1475">
                    <a:extLst>
                      <a:ext uri="{FF2B5EF4-FFF2-40B4-BE49-F238E27FC236}">
                        <a16:creationId xmlns:a16="http://schemas.microsoft.com/office/drawing/2014/main" id="{CF592D7F-1007-4E1A-A3FE-6E2C27A32ABE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75" name="组合 774">
                  <a:extLst>
                    <a:ext uri="{FF2B5EF4-FFF2-40B4-BE49-F238E27FC236}">
                      <a16:creationId xmlns:a16="http://schemas.microsoft.com/office/drawing/2014/main" id="{C2664130-7B5D-4A4C-B3FD-5C1F3F4C11D2}"/>
                    </a:ext>
                  </a:extLst>
                </p:cNvPr>
                <p:cNvGrpSpPr/>
                <p:nvPr/>
              </p:nvGrpSpPr>
              <p:grpSpPr>
                <a:xfrm rot="5400000">
                  <a:off x="2027271" y="1133236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58" name="梯形 1457">
                    <a:extLst>
                      <a:ext uri="{FF2B5EF4-FFF2-40B4-BE49-F238E27FC236}">
                        <a16:creationId xmlns:a16="http://schemas.microsoft.com/office/drawing/2014/main" id="{4FE5A225-CB5C-470A-B01D-3844CC42B7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59" name="直接连接符 1458">
                    <a:extLst>
                      <a:ext uri="{FF2B5EF4-FFF2-40B4-BE49-F238E27FC236}">
                        <a16:creationId xmlns:a16="http://schemas.microsoft.com/office/drawing/2014/main" id="{995463C1-8BA5-4263-A1E4-240ACA82EF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60" name="梯形 1459">
                    <a:extLst>
                      <a:ext uri="{FF2B5EF4-FFF2-40B4-BE49-F238E27FC236}">
                        <a16:creationId xmlns:a16="http://schemas.microsoft.com/office/drawing/2014/main" id="{D19172DE-4B74-4153-8E04-DF56CAD03BA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61" name="连接符: 曲线 1460">
                    <a:extLst>
                      <a:ext uri="{FF2B5EF4-FFF2-40B4-BE49-F238E27FC236}">
                        <a16:creationId xmlns:a16="http://schemas.microsoft.com/office/drawing/2014/main" id="{C2B63379-3F84-428F-AE20-A5B938308B55}"/>
                      </a:ext>
                    </a:extLst>
                  </p:cNvPr>
                  <p:cNvCxnSpPr>
                    <a:stCxn id="1458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2" name="连接符: 曲线 1461">
                    <a:extLst>
                      <a:ext uri="{FF2B5EF4-FFF2-40B4-BE49-F238E27FC236}">
                        <a16:creationId xmlns:a16="http://schemas.microsoft.com/office/drawing/2014/main" id="{1475E44D-7141-45D6-8002-33638D52EB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63" name="组合 1462">
                    <a:extLst>
                      <a:ext uri="{FF2B5EF4-FFF2-40B4-BE49-F238E27FC236}">
                        <a16:creationId xmlns:a16="http://schemas.microsoft.com/office/drawing/2014/main" id="{C12D9AA4-612D-47F4-87EB-2D41E623F2D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66" name="直接连接符 1465">
                      <a:extLst>
                        <a:ext uri="{FF2B5EF4-FFF2-40B4-BE49-F238E27FC236}">
                          <a16:creationId xmlns:a16="http://schemas.microsoft.com/office/drawing/2014/main" id="{A535E6B1-6C5A-40BD-A6A9-B9912A74A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7" name="连接符: 曲线 1466">
                      <a:extLst>
                        <a:ext uri="{FF2B5EF4-FFF2-40B4-BE49-F238E27FC236}">
                          <a16:creationId xmlns:a16="http://schemas.microsoft.com/office/drawing/2014/main" id="{EA888675-65CD-40E5-A285-BA856285B07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8" name="连接符: 曲线 1467">
                      <a:extLst>
                        <a:ext uri="{FF2B5EF4-FFF2-40B4-BE49-F238E27FC236}">
                          <a16:creationId xmlns:a16="http://schemas.microsoft.com/office/drawing/2014/main" id="{86BE35ED-9E9B-4FDA-A5F5-F371564B9A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64" name="矩形 1463">
                    <a:extLst>
                      <a:ext uri="{FF2B5EF4-FFF2-40B4-BE49-F238E27FC236}">
                        <a16:creationId xmlns:a16="http://schemas.microsoft.com/office/drawing/2014/main" id="{D7AD5358-1CCF-4D72-B83C-B53B8893A55F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65" name="矩形 1464">
                    <a:extLst>
                      <a:ext uri="{FF2B5EF4-FFF2-40B4-BE49-F238E27FC236}">
                        <a16:creationId xmlns:a16="http://schemas.microsoft.com/office/drawing/2014/main" id="{5971B0D4-C7C2-463C-8F8B-C82AB999AB42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776" name="连接符: 曲线 775">
                  <a:extLst>
                    <a:ext uri="{FF2B5EF4-FFF2-40B4-BE49-F238E27FC236}">
                      <a16:creationId xmlns:a16="http://schemas.microsoft.com/office/drawing/2014/main" id="{18676304-BB59-4E72-80E3-4F561EC23B44}"/>
                    </a:ext>
                  </a:extLst>
                </p:cNvPr>
                <p:cNvCxnSpPr>
                  <a:stCxn id="1482" idx="2"/>
                  <a:endCxn id="1458" idx="2"/>
                </p:cNvCxnSpPr>
                <p:nvPr/>
              </p:nvCxnSpPr>
              <p:spPr>
                <a:xfrm>
                  <a:off x="2216744" y="802959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7" name="连接符: 曲线 776">
                  <a:extLst>
                    <a:ext uri="{FF2B5EF4-FFF2-40B4-BE49-F238E27FC236}">
                      <a16:creationId xmlns:a16="http://schemas.microsoft.com/office/drawing/2014/main" id="{2D2E7386-11AD-4F0D-A01A-C0996351F4F3}"/>
                    </a:ext>
                  </a:extLst>
                </p:cNvPr>
                <p:cNvCxnSpPr>
                  <a:stCxn id="1471" idx="2"/>
                  <a:endCxn id="1460" idx="2"/>
                </p:cNvCxnSpPr>
                <p:nvPr/>
              </p:nvCxnSpPr>
              <p:spPr>
                <a:xfrm flipV="1">
                  <a:off x="2218460" y="1585357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78" name="组合 777">
                  <a:extLst>
                    <a:ext uri="{FF2B5EF4-FFF2-40B4-BE49-F238E27FC236}">
                      <a16:creationId xmlns:a16="http://schemas.microsoft.com/office/drawing/2014/main" id="{9E947239-D4C6-4010-B412-E282968D5307}"/>
                    </a:ext>
                  </a:extLst>
                </p:cNvPr>
                <p:cNvGrpSpPr/>
                <p:nvPr/>
              </p:nvGrpSpPr>
              <p:grpSpPr>
                <a:xfrm>
                  <a:off x="1494996" y="236170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47" name="梯形 1446">
                    <a:extLst>
                      <a:ext uri="{FF2B5EF4-FFF2-40B4-BE49-F238E27FC236}">
                        <a16:creationId xmlns:a16="http://schemas.microsoft.com/office/drawing/2014/main" id="{DB07266B-734D-40FE-98D0-E09B2358E4D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48" name="直接连接符 1447">
                    <a:extLst>
                      <a:ext uri="{FF2B5EF4-FFF2-40B4-BE49-F238E27FC236}">
                        <a16:creationId xmlns:a16="http://schemas.microsoft.com/office/drawing/2014/main" id="{6E196D9A-DD6A-4D71-AA3D-1E58456FE9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49" name="梯形 1448">
                    <a:extLst>
                      <a:ext uri="{FF2B5EF4-FFF2-40B4-BE49-F238E27FC236}">
                        <a16:creationId xmlns:a16="http://schemas.microsoft.com/office/drawing/2014/main" id="{2F96CD15-BC41-446B-853D-4E1D692E134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50" name="连接符: 曲线 1449">
                    <a:extLst>
                      <a:ext uri="{FF2B5EF4-FFF2-40B4-BE49-F238E27FC236}">
                        <a16:creationId xmlns:a16="http://schemas.microsoft.com/office/drawing/2014/main" id="{331D8385-9124-467E-B7D3-7280703CD43E}"/>
                      </a:ext>
                    </a:extLst>
                  </p:cNvPr>
                  <p:cNvCxnSpPr>
                    <a:stCxn id="1447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1" name="连接符: 曲线 1450">
                    <a:extLst>
                      <a:ext uri="{FF2B5EF4-FFF2-40B4-BE49-F238E27FC236}">
                        <a16:creationId xmlns:a16="http://schemas.microsoft.com/office/drawing/2014/main" id="{D84B625E-C1CD-4049-9CF3-C197D738CC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52" name="组合 1451">
                    <a:extLst>
                      <a:ext uri="{FF2B5EF4-FFF2-40B4-BE49-F238E27FC236}">
                        <a16:creationId xmlns:a16="http://schemas.microsoft.com/office/drawing/2014/main" id="{8E5D5623-4F18-4380-BFDC-C584942FE61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55" name="直接连接符 1454">
                      <a:extLst>
                        <a:ext uri="{FF2B5EF4-FFF2-40B4-BE49-F238E27FC236}">
                          <a16:creationId xmlns:a16="http://schemas.microsoft.com/office/drawing/2014/main" id="{21A3D024-6EC3-488B-BD77-B73B00B186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6" name="连接符: 曲线 1455">
                      <a:extLst>
                        <a:ext uri="{FF2B5EF4-FFF2-40B4-BE49-F238E27FC236}">
                          <a16:creationId xmlns:a16="http://schemas.microsoft.com/office/drawing/2014/main" id="{D00CE754-DE7D-416C-B235-C0124400594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57" name="连接符: 曲线 1456">
                      <a:extLst>
                        <a:ext uri="{FF2B5EF4-FFF2-40B4-BE49-F238E27FC236}">
                          <a16:creationId xmlns:a16="http://schemas.microsoft.com/office/drawing/2014/main" id="{2D5966B8-D412-4B6A-A570-B06F7DC7E8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53" name="矩形 1452">
                    <a:extLst>
                      <a:ext uri="{FF2B5EF4-FFF2-40B4-BE49-F238E27FC236}">
                        <a16:creationId xmlns:a16="http://schemas.microsoft.com/office/drawing/2014/main" id="{7743278F-FD5B-4F19-8EC3-7AD3E8570B19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54" name="矩形 1453">
                    <a:extLst>
                      <a:ext uri="{FF2B5EF4-FFF2-40B4-BE49-F238E27FC236}">
                        <a16:creationId xmlns:a16="http://schemas.microsoft.com/office/drawing/2014/main" id="{5FF8B7FA-2BD2-43AC-AA36-4AEC825E49B6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79" name="组合 778">
                  <a:extLst>
                    <a:ext uri="{FF2B5EF4-FFF2-40B4-BE49-F238E27FC236}">
                      <a16:creationId xmlns:a16="http://schemas.microsoft.com/office/drawing/2014/main" id="{E9AD78F0-97A0-46BD-8E55-414420513E5F}"/>
                    </a:ext>
                  </a:extLst>
                </p:cNvPr>
                <p:cNvGrpSpPr/>
                <p:nvPr/>
              </p:nvGrpSpPr>
              <p:grpSpPr>
                <a:xfrm rot="5400000">
                  <a:off x="2025499" y="1958142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36" name="梯形 1435">
                    <a:extLst>
                      <a:ext uri="{FF2B5EF4-FFF2-40B4-BE49-F238E27FC236}">
                        <a16:creationId xmlns:a16="http://schemas.microsoft.com/office/drawing/2014/main" id="{9B9477D9-A1CF-492D-80DF-3AD0A046B4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37" name="直接连接符 1436">
                    <a:extLst>
                      <a:ext uri="{FF2B5EF4-FFF2-40B4-BE49-F238E27FC236}">
                        <a16:creationId xmlns:a16="http://schemas.microsoft.com/office/drawing/2014/main" id="{652B3BA1-FCCA-4071-9A47-CBE5CFFAC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38" name="梯形 1437">
                    <a:extLst>
                      <a:ext uri="{FF2B5EF4-FFF2-40B4-BE49-F238E27FC236}">
                        <a16:creationId xmlns:a16="http://schemas.microsoft.com/office/drawing/2014/main" id="{3CF3ADFC-0DDE-4DE7-8F86-D2E9D07E281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39" name="连接符: 曲线 1438">
                    <a:extLst>
                      <a:ext uri="{FF2B5EF4-FFF2-40B4-BE49-F238E27FC236}">
                        <a16:creationId xmlns:a16="http://schemas.microsoft.com/office/drawing/2014/main" id="{FD4878E8-E1A8-4D6A-ADCB-2AA4D5A55D7B}"/>
                      </a:ext>
                    </a:extLst>
                  </p:cNvPr>
                  <p:cNvCxnSpPr>
                    <a:stCxn id="1436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0" name="连接符: 曲线 1439">
                    <a:extLst>
                      <a:ext uri="{FF2B5EF4-FFF2-40B4-BE49-F238E27FC236}">
                        <a16:creationId xmlns:a16="http://schemas.microsoft.com/office/drawing/2014/main" id="{1980CAEA-B643-4C23-9572-47EA2EF6BA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41" name="组合 1440">
                    <a:extLst>
                      <a:ext uri="{FF2B5EF4-FFF2-40B4-BE49-F238E27FC236}">
                        <a16:creationId xmlns:a16="http://schemas.microsoft.com/office/drawing/2014/main" id="{468EED2B-D47A-45D3-B70C-4F085CDA2B4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44" name="直接连接符 1443">
                      <a:extLst>
                        <a:ext uri="{FF2B5EF4-FFF2-40B4-BE49-F238E27FC236}">
                          <a16:creationId xmlns:a16="http://schemas.microsoft.com/office/drawing/2014/main" id="{2038FEC3-821E-4D0D-9B99-134FE70585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5" name="连接符: 曲线 1444">
                      <a:extLst>
                        <a:ext uri="{FF2B5EF4-FFF2-40B4-BE49-F238E27FC236}">
                          <a16:creationId xmlns:a16="http://schemas.microsoft.com/office/drawing/2014/main" id="{52BB68B2-5473-4826-BBCE-E7030FA8A26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6" name="连接符: 曲线 1445">
                      <a:extLst>
                        <a:ext uri="{FF2B5EF4-FFF2-40B4-BE49-F238E27FC236}">
                          <a16:creationId xmlns:a16="http://schemas.microsoft.com/office/drawing/2014/main" id="{DBE46720-935C-40B4-9E4C-2A38FE8DD6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42" name="矩形 1441">
                    <a:extLst>
                      <a:ext uri="{FF2B5EF4-FFF2-40B4-BE49-F238E27FC236}">
                        <a16:creationId xmlns:a16="http://schemas.microsoft.com/office/drawing/2014/main" id="{F58A7752-D657-4507-A868-DD5EFD210B90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43" name="矩形 1442">
                    <a:extLst>
                      <a:ext uri="{FF2B5EF4-FFF2-40B4-BE49-F238E27FC236}">
                        <a16:creationId xmlns:a16="http://schemas.microsoft.com/office/drawing/2014/main" id="{0105968F-7F6C-49EF-A7D6-2E33F40EA401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0" name="组合 779">
                  <a:extLst>
                    <a:ext uri="{FF2B5EF4-FFF2-40B4-BE49-F238E27FC236}">
                      <a16:creationId xmlns:a16="http://schemas.microsoft.com/office/drawing/2014/main" id="{13FB93CA-D0C7-45A6-BF84-366014C9472E}"/>
                    </a:ext>
                  </a:extLst>
                </p:cNvPr>
                <p:cNvGrpSpPr/>
                <p:nvPr/>
              </p:nvGrpSpPr>
              <p:grpSpPr>
                <a:xfrm>
                  <a:off x="1494996" y="3174819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25" name="梯形 1424">
                    <a:extLst>
                      <a:ext uri="{FF2B5EF4-FFF2-40B4-BE49-F238E27FC236}">
                        <a16:creationId xmlns:a16="http://schemas.microsoft.com/office/drawing/2014/main" id="{2578E695-AF58-4162-AA9D-145C39BDE8F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26" name="直接连接符 1425">
                    <a:extLst>
                      <a:ext uri="{FF2B5EF4-FFF2-40B4-BE49-F238E27FC236}">
                        <a16:creationId xmlns:a16="http://schemas.microsoft.com/office/drawing/2014/main" id="{7F66140E-B3B4-421E-93F4-68B706FC6F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27" name="梯形 1426">
                    <a:extLst>
                      <a:ext uri="{FF2B5EF4-FFF2-40B4-BE49-F238E27FC236}">
                        <a16:creationId xmlns:a16="http://schemas.microsoft.com/office/drawing/2014/main" id="{7A91719F-EA05-4E5A-BFEB-F7CD2B1CF3E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28" name="连接符: 曲线 1427">
                    <a:extLst>
                      <a:ext uri="{FF2B5EF4-FFF2-40B4-BE49-F238E27FC236}">
                        <a16:creationId xmlns:a16="http://schemas.microsoft.com/office/drawing/2014/main" id="{10B17C89-CBE2-4598-BA84-363427560DE4}"/>
                      </a:ext>
                    </a:extLst>
                  </p:cNvPr>
                  <p:cNvCxnSpPr>
                    <a:stCxn id="1425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9" name="连接符: 曲线 1428">
                    <a:extLst>
                      <a:ext uri="{FF2B5EF4-FFF2-40B4-BE49-F238E27FC236}">
                        <a16:creationId xmlns:a16="http://schemas.microsoft.com/office/drawing/2014/main" id="{C5FB0E8D-948D-4BF5-BEC8-DA5B5011CB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30" name="组合 1429">
                    <a:extLst>
                      <a:ext uri="{FF2B5EF4-FFF2-40B4-BE49-F238E27FC236}">
                        <a16:creationId xmlns:a16="http://schemas.microsoft.com/office/drawing/2014/main" id="{25EB1BC9-191B-4537-92CD-401499CF0D5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33" name="直接连接符 1432">
                      <a:extLst>
                        <a:ext uri="{FF2B5EF4-FFF2-40B4-BE49-F238E27FC236}">
                          <a16:creationId xmlns:a16="http://schemas.microsoft.com/office/drawing/2014/main" id="{1393F039-8D5C-4A79-949D-62381609C7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4" name="连接符: 曲线 1433">
                      <a:extLst>
                        <a:ext uri="{FF2B5EF4-FFF2-40B4-BE49-F238E27FC236}">
                          <a16:creationId xmlns:a16="http://schemas.microsoft.com/office/drawing/2014/main" id="{6ACD086A-9896-4075-9D72-AB36E0CA794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5" name="连接符: 曲线 1434">
                      <a:extLst>
                        <a:ext uri="{FF2B5EF4-FFF2-40B4-BE49-F238E27FC236}">
                          <a16:creationId xmlns:a16="http://schemas.microsoft.com/office/drawing/2014/main" id="{5CD64F84-1CB1-4544-B634-4764A64860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31" name="矩形 1430">
                    <a:extLst>
                      <a:ext uri="{FF2B5EF4-FFF2-40B4-BE49-F238E27FC236}">
                        <a16:creationId xmlns:a16="http://schemas.microsoft.com/office/drawing/2014/main" id="{10F30556-E21B-4AD3-A05F-98381D0A2183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32" name="矩形 1431">
                    <a:extLst>
                      <a:ext uri="{FF2B5EF4-FFF2-40B4-BE49-F238E27FC236}">
                        <a16:creationId xmlns:a16="http://schemas.microsoft.com/office/drawing/2014/main" id="{C9FCA75D-05EF-4067-845A-774F8309FA8C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1" name="组合 780">
                  <a:extLst>
                    <a:ext uri="{FF2B5EF4-FFF2-40B4-BE49-F238E27FC236}">
                      <a16:creationId xmlns:a16="http://schemas.microsoft.com/office/drawing/2014/main" id="{2E307A87-925F-4FAB-84E4-9E60A5BA2009}"/>
                    </a:ext>
                  </a:extLst>
                </p:cNvPr>
                <p:cNvGrpSpPr/>
                <p:nvPr/>
              </p:nvGrpSpPr>
              <p:grpSpPr>
                <a:xfrm rot="5400000">
                  <a:off x="2025499" y="2771260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14" name="梯形 1413">
                    <a:extLst>
                      <a:ext uri="{FF2B5EF4-FFF2-40B4-BE49-F238E27FC236}">
                        <a16:creationId xmlns:a16="http://schemas.microsoft.com/office/drawing/2014/main" id="{5E69325D-8576-4E71-8BB3-0DA2052502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15" name="直接连接符 1414">
                    <a:extLst>
                      <a:ext uri="{FF2B5EF4-FFF2-40B4-BE49-F238E27FC236}">
                        <a16:creationId xmlns:a16="http://schemas.microsoft.com/office/drawing/2014/main" id="{89549746-5731-44DF-B3C1-E31BBAB814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16" name="梯形 1415">
                    <a:extLst>
                      <a:ext uri="{FF2B5EF4-FFF2-40B4-BE49-F238E27FC236}">
                        <a16:creationId xmlns:a16="http://schemas.microsoft.com/office/drawing/2014/main" id="{962562E4-5FF1-487D-A391-10B4F083E15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17" name="连接符: 曲线 1416">
                    <a:extLst>
                      <a:ext uri="{FF2B5EF4-FFF2-40B4-BE49-F238E27FC236}">
                        <a16:creationId xmlns:a16="http://schemas.microsoft.com/office/drawing/2014/main" id="{AA4A09C3-E1E8-442A-AE4E-D8846F392D3C}"/>
                      </a:ext>
                    </a:extLst>
                  </p:cNvPr>
                  <p:cNvCxnSpPr>
                    <a:stCxn id="1414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8" name="连接符: 曲线 1417">
                    <a:extLst>
                      <a:ext uri="{FF2B5EF4-FFF2-40B4-BE49-F238E27FC236}">
                        <a16:creationId xmlns:a16="http://schemas.microsoft.com/office/drawing/2014/main" id="{574F55CF-DF3D-449A-954E-C97A1DF2D2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19" name="组合 1418">
                    <a:extLst>
                      <a:ext uri="{FF2B5EF4-FFF2-40B4-BE49-F238E27FC236}">
                        <a16:creationId xmlns:a16="http://schemas.microsoft.com/office/drawing/2014/main" id="{C1D09F78-B5AF-4B81-B8A8-A42DA951934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22" name="直接连接符 1421">
                      <a:extLst>
                        <a:ext uri="{FF2B5EF4-FFF2-40B4-BE49-F238E27FC236}">
                          <a16:creationId xmlns:a16="http://schemas.microsoft.com/office/drawing/2014/main" id="{ED709C92-4CDA-4D2A-9F67-EDE47A3778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3" name="连接符: 曲线 1422">
                      <a:extLst>
                        <a:ext uri="{FF2B5EF4-FFF2-40B4-BE49-F238E27FC236}">
                          <a16:creationId xmlns:a16="http://schemas.microsoft.com/office/drawing/2014/main" id="{462B4656-2E3F-47BF-8602-3DB5CF7D542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4" name="连接符: 曲线 1423">
                      <a:extLst>
                        <a:ext uri="{FF2B5EF4-FFF2-40B4-BE49-F238E27FC236}">
                          <a16:creationId xmlns:a16="http://schemas.microsoft.com/office/drawing/2014/main" id="{D4E23D01-AF91-40F8-829F-2FFE194309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20" name="矩形 1419">
                    <a:extLst>
                      <a:ext uri="{FF2B5EF4-FFF2-40B4-BE49-F238E27FC236}">
                        <a16:creationId xmlns:a16="http://schemas.microsoft.com/office/drawing/2014/main" id="{842A3F74-695B-4AA7-95D4-54BBEB318FC1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21" name="矩形 1420">
                    <a:extLst>
                      <a:ext uri="{FF2B5EF4-FFF2-40B4-BE49-F238E27FC236}">
                        <a16:creationId xmlns:a16="http://schemas.microsoft.com/office/drawing/2014/main" id="{0F75ED59-A58B-4AD6-A124-1CC6CBA45D27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2" name="组合 781">
                  <a:extLst>
                    <a:ext uri="{FF2B5EF4-FFF2-40B4-BE49-F238E27FC236}">
                      <a16:creationId xmlns:a16="http://schemas.microsoft.com/office/drawing/2014/main" id="{57E3232F-37F3-4639-9756-19FB5CBE2B16}"/>
                    </a:ext>
                  </a:extLst>
                </p:cNvPr>
                <p:cNvGrpSpPr/>
                <p:nvPr/>
              </p:nvGrpSpPr>
              <p:grpSpPr>
                <a:xfrm>
                  <a:off x="1494996" y="3996023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403" name="梯形 1402">
                    <a:extLst>
                      <a:ext uri="{FF2B5EF4-FFF2-40B4-BE49-F238E27FC236}">
                        <a16:creationId xmlns:a16="http://schemas.microsoft.com/office/drawing/2014/main" id="{68B90207-D9B1-449A-84C4-7D78C6FC4F8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04" name="直接连接符 1403">
                    <a:extLst>
                      <a:ext uri="{FF2B5EF4-FFF2-40B4-BE49-F238E27FC236}">
                        <a16:creationId xmlns:a16="http://schemas.microsoft.com/office/drawing/2014/main" id="{D9BC50DE-ECD7-4027-8976-27F65925B9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05" name="梯形 1404">
                    <a:extLst>
                      <a:ext uri="{FF2B5EF4-FFF2-40B4-BE49-F238E27FC236}">
                        <a16:creationId xmlns:a16="http://schemas.microsoft.com/office/drawing/2014/main" id="{8D4388A5-D6C8-42EC-82A0-A79EA838D4C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406" name="连接符: 曲线 1405">
                    <a:extLst>
                      <a:ext uri="{FF2B5EF4-FFF2-40B4-BE49-F238E27FC236}">
                        <a16:creationId xmlns:a16="http://schemas.microsoft.com/office/drawing/2014/main" id="{6FEF16A3-D791-483F-AE9E-7E406A784513}"/>
                      </a:ext>
                    </a:extLst>
                  </p:cNvPr>
                  <p:cNvCxnSpPr>
                    <a:stCxn id="1403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7" name="连接符: 曲线 1406">
                    <a:extLst>
                      <a:ext uri="{FF2B5EF4-FFF2-40B4-BE49-F238E27FC236}">
                        <a16:creationId xmlns:a16="http://schemas.microsoft.com/office/drawing/2014/main" id="{3EE324A5-D6B7-4B08-B435-2A7E6E2950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408" name="组合 1407">
                    <a:extLst>
                      <a:ext uri="{FF2B5EF4-FFF2-40B4-BE49-F238E27FC236}">
                        <a16:creationId xmlns:a16="http://schemas.microsoft.com/office/drawing/2014/main" id="{FACD0E59-EDD7-4A1E-B42E-663C7CC14616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11" name="直接连接符 1410">
                      <a:extLst>
                        <a:ext uri="{FF2B5EF4-FFF2-40B4-BE49-F238E27FC236}">
                          <a16:creationId xmlns:a16="http://schemas.microsoft.com/office/drawing/2014/main" id="{B47EAAFD-190A-4EED-971F-8AFF43378DE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2" name="连接符: 曲线 1411">
                      <a:extLst>
                        <a:ext uri="{FF2B5EF4-FFF2-40B4-BE49-F238E27FC236}">
                          <a16:creationId xmlns:a16="http://schemas.microsoft.com/office/drawing/2014/main" id="{D50F8B67-C4B0-46EE-949F-5B05F7E7B2A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3" name="连接符: 曲线 1412">
                      <a:extLst>
                        <a:ext uri="{FF2B5EF4-FFF2-40B4-BE49-F238E27FC236}">
                          <a16:creationId xmlns:a16="http://schemas.microsoft.com/office/drawing/2014/main" id="{4A54C902-D909-48AE-8852-1FF443EBB3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09" name="矩形 1408">
                    <a:extLst>
                      <a:ext uri="{FF2B5EF4-FFF2-40B4-BE49-F238E27FC236}">
                        <a16:creationId xmlns:a16="http://schemas.microsoft.com/office/drawing/2014/main" id="{181A6B74-EF1C-4A7B-B6B5-61926AA5760A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10" name="矩形 1409">
                    <a:extLst>
                      <a:ext uri="{FF2B5EF4-FFF2-40B4-BE49-F238E27FC236}">
                        <a16:creationId xmlns:a16="http://schemas.microsoft.com/office/drawing/2014/main" id="{3F6FA3A0-D530-484E-8239-6359050CE1AC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3" name="组合 782">
                  <a:extLst>
                    <a:ext uri="{FF2B5EF4-FFF2-40B4-BE49-F238E27FC236}">
                      <a16:creationId xmlns:a16="http://schemas.microsoft.com/office/drawing/2014/main" id="{F9F7F203-8CB2-431F-9246-B53A5B172F09}"/>
                    </a:ext>
                  </a:extLst>
                </p:cNvPr>
                <p:cNvGrpSpPr/>
                <p:nvPr/>
              </p:nvGrpSpPr>
              <p:grpSpPr>
                <a:xfrm rot="5400000">
                  <a:off x="2025499" y="3592464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92" name="梯形 1391">
                    <a:extLst>
                      <a:ext uri="{FF2B5EF4-FFF2-40B4-BE49-F238E27FC236}">
                        <a16:creationId xmlns:a16="http://schemas.microsoft.com/office/drawing/2014/main" id="{37DF7613-D16A-4E5A-BAED-8DC1BCFF161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93" name="直接连接符 1392">
                    <a:extLst>
                      <a:ext uri="{FF2B5EF4-FFF2-40B4-BE49-F238E27FC236}">
                        <a16:creationId xmlns:a16="http://schemas.microsoft.com/office/drawing/2014/main" id="{2E301694-FCCF-4A6D-9CB3-850822BB18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94" name="梯形 1393">
                    <a:extLst>
                      <a:ext uri="{FF2B5EF4-FFF2-40B4-BE49-F238E27FC236}">
                        <a16:creationId xmlns:a16="http://schemas.microsoft.com/office/drawing/2014/main" id="{3E9C16E2-8301-4831-A897-EE62E091112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95" name="连接符: 曲线 1394">
                    <a:extLst>
                      <a:ext uri="{FF2B5EF4-FFF2-40B4-BE49-F238E27FC236}">
                        <a16:creationId xmlns:a16="http://schemas.microsoft.com/office/drawing/2014/main" id="{6683C408-0CCA-4528-B077-DCAD34D00D62}"/>
                      </a:ext>
                    </a:extLst>
                  </p:cNvPr>
                  <p:cNvCxnSpPr>
                    <a:stCxn id="1392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6" name="连接符: 曲线 1395">
                    <a:extLst>
                      <a:ext uri="{FF2B5EF4-FFF2-40B4-BE49-F238E27FC236}">
                        <a16:creationId xmlns:a16="http://schemas.microsoft.com/office/drawing/2014/main" id="{6DF7F6CA-0731-4FE2-87DA-9D11A2259A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97" name="组合 1396">
                    <a:extLst>
                      <a:ext uri="{FF2B5EF4-FFF2-40B4-BE49-F238E27FC236}">
                        <a16:creationId xmlns:a16="http://schemas.microsoft.com/office/drawing/2014/main" id="{39E0ADD6-1ABA-41E2-882D-EC0D4033753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400" name="直接连接符 1399">
                      <a:extLst>
                        <a:ext uri="{FF2B5EF4-FFF2-40B4-BE49-F238E27FC236}">
                          <a16:creationId xmlns:a16="http://schemas.microsoft.com/office/drawing/2014/main" id="{54D3B029-EBE5-441C-B954-0EA5B5689E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1" name="连接符: 曲线 1400">
                      <a:extLst>
                        <a:ext uri="{FF2B5EF4-FFF2-40B4-BE49-F238E27FC236}">
                          <a16:creationId xmlns:a16="http://schemas.microsoft.com/office/drawing/2014/main" id="{E0D37071-1165-4FD1-B63D-FDEDDDD9BC9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2" name="连接符: 曲线 1401">
                      <a:extLst>
                        <a:ext uri="{FF2B5EF4-FFF2-40B4-BE49-F238E27FC236}">
                          <a16:creationId xmlns:a16="http://schemas.microsoft.com/office/drawing/2014/main" id="{EC8D34C2-BDBC-47AD-849A-4B60E93A98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98" name="矩形 1397">
                    <a:extLst>
                      <a:ext uri="{FF2B5EF4-FFF2-40B4-BE49-F238E27FC236}">
                        <a16:creationId xmlns:a16="http://schemas.microsoft.com/office/drawing/2014/main" id="{1EE5284A-519E-4F80-B925-52A85823DF42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99" name="矩形 1398">
                    <a:extLst>
                      <a:ext uri="{FF2B5EF4-FFF2-40B4-BE49-F238E27FC236}">
                        <a16:creationId xmlns:a16="http://schemas.microsoft.com/office/drawing/2014/main" id="{617289F4-4C05-42A0-BA6D-20825D972184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784" name="连接符: 曲线 783">
                  <a:extLst>
                    <a:ext uri="{FF2B5EF4-FFF2-40B4-BE49-F238E27FC236}">
                      <a16:creationId xmlns:a16="http://schemas.microsoft.com/office/drawing/2014/main" id="{78CF9B85-7EFF-4163-9B27-50FD5A6FF0D6}"/>
                    </a:ext>
                  </a:extLst>
                </p:cNvPr>
                <p:cNvCxnSpPr/>
                <p:nvPr/>
              </p:nvCxnSpPr>
              <p:spPr>
                <a:xfrm>
                  <a:off x="2220339" y="1627198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5" name="连接符: 曲线 784">
                  <a:extLst>
                    <a:ext uri="{FF2B5EF4-FFF2-40B4-BE49-F238E27FC236}">
                      <a16:creationId xmlns:a16="http://schemas.microsoft.com/office/drawing/2014/main" id="{FA417901-D195-42E9-B074-8EC3EF54C729}"/>
                    </a:ext>
                  </a:extLst>
                </p:cNvPr>
                <p:cNvCxnSpPr/>
                <p:nvPr/>
              </p:nvCxnSpPr>
              <p:spPr>
                <a:xfrm>
                  <a:off x="2219594" y="2441772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6" name="连接符: 曲线 785">
                  <a:extLst>
                    <a:ext uri="{FF2B5EF4-FFF2-40B4-BE49-F238E27FC236}">
                      <a16:creationId xmlns:a16="http://schemas.microsoft.com/office/drawing/2014/main" id="{6992B2AD-D86B-4DCA-8A17-5F696B24AEBA}"/>
                    </a:ext>
                  </a:extLst>
                </p:cNvPr>
                <p:cNvCxnSpPr/>
                <p:nvPr/>
              </p:nvCxnSpPr>
              <p:spPr>
                <a:xfrm flipV="1">
                  <a:off x="2214640" y="2408239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7" name="连接符: 曲线 786">
                  <a:extLst>
                    <a:ext uri="{FF2B5EF4-FFF2-40B4-BE49-F238E27FC236}">
                      <a16:creationId xmlns:a16="http://schemas.microsoft.com/office/drawing/2014/main" id="{DABF3ABE-4EE9-423C-BC43-F1B464240680}"/>
                    </a:ext>
                  </a:extLst>
                </p:cNvPr>
                <p:cNvCxnSpPr/>
                <p:nvPr/>
              </p:nvCxnSpPr>
              <p:spPr>
                <a:xfrm>
                  <a:off x="2222916" y="3261440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8" name="连接符: 曲线 787">
                  <a:extLst>
                    <a:ext uri="{FF2B5EF4-FFF2-40B4-BE49-F238E27FC236}">
                      <a16:creationId xmlns:a16="http://schemas.microsoft.com/office/drawing/2014/main" id="{74E98DEC-4B7F-46A1-9DA8-DE2A675402EC}"/>
                    </a:ext>
                  </a:extLst>
                </p:cNvPr>
                <p:cNvCxnSpPr/>
                <p:nvPr/>
              </p:nvCxnSpPr>
              <p:spPr>
                <a:xfrm flipV="1">
                  <a:off x="2217962" y="3227907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9" name="连接符: 曲线 788">
                  <a:extLst>
                    <a:ext uri="{FF2B5EF4-FFF2-40B4-BE49-F238E27FC236}">
                      <a16:creationId xmlns:a16="http://schemas.microsoft.com/office/drawing/2014/main" id="{669B444E-EB2C-4EC6-9DE0-8BE9EB428D4F}"/>
                    </a:ext>
                  </a:extLst>
                </p:cNvPr>
                <p:cNvCxnSpPr/>
                <p:nvPr/>
              </p:nvCxnSpPr>
              <p:spPr>
                <a:xfrm flipV="1">
                  <a:off x="2212376" y="4042213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90" name="组合 789">
                  <a:extLst>
                    <a:ext uri="{FF2B5EF4-FFF2-40B4-BE49-F238E27FC236}">
                      <a16:creationId xmlns:a16="http://schemas.microsoft.com/office/drawing/2014/main" id="{B23DA1A0-77C0-460B-9873-12CA27A58B10}"/>
                    </a:ext>
                  </a:extLst>
                </p:cNvPr>
                <p:cNvGrpSpPr/>
                <p:nvPr/>
              </p:nvGrpSpPr>
              <p:grpSpPr>
                <a:xfrm>
                  <a:off x="2558701" y="72449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81" name="梯形 1380">
                    <a:extLst>
                      <a:ext uri="{FF2B5EF4-FFF2-40B4-BE49-F238E27FC236}">
                        <a16:creationId xmlns:a16="http://schemas.microsoft.com/office/drawing/2014/main" id="{C9A0EC39-BE33-467F-B595-24000B16E51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82" name="直接连接符 1381">
                    <a:extLst>
                      <a:ext uri="{FF2B5EF4-FFF2-40B4-BE49-F238E27FC236}">
                        <a16:creationId xmlns:a16="http://schemas.microsoft.com/office/drawing/2014/main" id="{104C1CE1-4351-4325-AAE0-365E27E8AA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83" name="梯形 1382">
                    <a:extLst>
                      <a:ext uri="{FF2B5EF4-FFF2-40B4-BE49-F238E27FC236}">
                        <a16:creationId xmlns:a16="http://schemas.microsoft.com/office/drawing/2014/main" id="{3A60C299-008F-44BF-9B8C-E1875217CC3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84" name="连接符: 曲线 1383">
                    <a:extLst>
                      <a:ext uri="{FF2B5EF4-FFF2-40B4-BE49-F238E27FC236}">
                        <a16:creationId xmlns:a16="http://schemas.microsoft.com/office/drawing/2014/main" id="{55088FF6-555A-4221-BA0C-61FE1CE07434}"/>
                      </a:ext>
                    </a:extLst>
                  </p:cNvPr>
                  <p:cNvCxnSpPr>
                    <a:stCxn id="1381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5" name="连接符: 曲线 1384">
                    <a:extLst>
                      <a:ext uri="{FF2B5EF4-FFF2-40B4-BE49-F238E27FC236}">
                        <a16:creationId xmlns:a16="http://schemas.microsoft.com/office/drawing/2014/main" id="{1560CBFE-89E9-451E-8B3C-BE60DCA020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86" name="组合 1385">
                    <a:extLst>
                      <a:ext uri="{FF2B5EF4-FFF2-40B4-BE49-F238E27FC236}">
                        <a16:creationId xmlns:a16="http://schemas.microsoft.com/office/drawing/2014/main" id="{65B8E133-BFFB-4309-AB06-DE0C3727193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89" name="直接连接符 1388">
                      <a:extLst>
                        <a:ext uri="{FF2B5EF4-FFF2-40B4-BE49-F238E27FC236}">
                          <a16:creationId xmlns:a16="http://schemas.microsoft.com/office/drawing/2014/main" id="{0DE28BDE-EDEF-4102-AE9A-5C4FF983EC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90" name="连接符: 曲线 1389">
                      <a:extLst>
                        <a:ext uri="{FF2B5EF4-FFF2-40B4-BE49-F238E27FC236}">
                          <a16:creationId xmlns:a16="http://schemas.microsoft.com/office/drawing/2014/main" id="{629C4C8E-0F82-48E8-A042-8322CFC4974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91" name="连接符: 曲线 1390">
                      <a:extLst>
                        <a:ext uri="{FF2B5EF4-FFF2-40B4-BE49-F238E27FC236}">
                          <a16:creationId xmlns:a16="http://schemas.microsoft.com/office/drawing/2014/main" id="{1ED47557-1877-44A3-9DF8-90A7218821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87" name="矩形 1386">
                    <a:extLst>
                      <a:ext uri="{FF2B5EF4-FFF2-40B4-BE49-F238E27FC236}">
                        <a16:creationId xmlns:a16="http://schemas.microsoft.com/office/drawing/2014/main" id="{6775EA26-6690-4762-934B-B970454467A3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88" name="矩形 1387">
                    <a:extLst>
                      <a:ext uri="{FF2B5EF4-FFF2-40B4-BE49-F238E27FC236}">
                        <a16:creationId xmlns:a16="http://schemas.microsoft.com/office/drawing/2014/main" id="{5B355098-4C64-4DE7-8458-6808742307C5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1" name="组合 790">
                  <a:extLst>
                    <a:ext uri="{FF2B5EF4-FFF2-40B4-BE49-F238E27FC236}">
                      <a16:creationId xmlns:a16="http://schemas.microsoft.com/office/drawing/2014/main" id="{3CFBFC7C-5B9D-4A98-BBB0-58DABC675139}"/>
                    </a:ext>
                  </a:extLst>
                </p:cNvPr>
                <p:cNvGrpSpPr/>
                <p:nvPr/>
              </p:nvGrpSpPr>
              <p:grpSpPr>
                <a:xfrm>
                  <a:off x="2560417" y="1538959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70" name="梯形 1369">
                    <a:extLst>
                      <a:ext uri="{FF2B5EF4-FFF2-40B4-BE49-F238E27FC236}">
                        <a16:creationId xmlns:a16="http://schemas.microsoft.com/office/drawing/2014/main" id="{B4582E37-339C-45BD-BA12-AEE09E76F98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71" name="直接连接符 1370">
                    <a:extLst>
                      <a:ext uri="{FF2B5EF4-FFF2-40B4-BE49-F238E27FC236}">
                        <a16:creationId xmlns:a16="http://schemas.microsoft.com/office/drawing/2014/main" id="{E839CA28-4355-4439-B78C-81B298A94B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72" name="梯形 1371">
                    <a:extLst>
                      <a:ext uri="{FF2B5EF4-FFF2-40B4-BE49-F238E27FC236}">
                        <a16:creationId xmlns:a16="http://schemas.microsoft.com/office/drawing/2014/main" id="{C63946E1-D782-4848-A4E2-C4A6CF9E1C7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73" name="连接符: 曲线 1372">
                    <a:extLst>
                      <a:ext uri="{FF2B5EF4-FFF2-40B4-BE49-F238E27FC236}">
                        <a16:creationId xmlns:a16="http://schemas.microsoft.com/office/drawing/2014/main" id="{897B1A93-FFCA-41B4-BCEC-89BFF37259DB}"/>
                      </a:ext>
                    </a:extLst>
                  </p:cNvPr>
                  <p:cNvCxnSpPr>
                    <a:stCxn id="1370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4" name="连接符: 曲线 1373">
                    <a:extLst>
                      <a:ext uri="{FF2B5EF4-FFF2-40B4-BE49-F238E27FC236}">
                        <a16:creationId xmlns:a16="http://schemas.microsoft.com/office/drawing/2014/main" id="{6FA6B673-BD36-4853-B8EA-B0A3D08749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75" name="组合 1374">
                    <a:extLst>
                      <a:ext uri="{FF2B5EF4-FFF2-40B4-BE49-F238E27FC236}">
                        <a16:creationId xmlns:a16="http://schemas.microsoft.com/office/drawing/2014/main" id="{E9255481-F108-4205-A1FA-6CBBF9A1FCA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78" name="直接连接符 1377">
                      <a:extLst>
                        <a:ext uri="{FF2B5EF4-FFF2-40B4-BE49-F238E27FC236}">
                          <a16:creationId xmlns:a16="http://schemas.microsoft.com/office/drawing/2014/main" id="{FE1BACBF-94C2-40E8-BA5A-2EBE75A814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9" name="连接符: 曲线 1378">
                      <a:extLst>
                        <a:ext uri="{FF2B5EF4-FFF2-40B4-BE49-F238E27FC236}">
                          <a16:creationId xmlns:a16="http://schemas.microsoft.com/office/drawing/2014/main" id="{CF17EDC8-7E4F-4508-9608-CDACD2D9E4D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0" name="连接符: 曲线 1379">
                      <a:extLst>
                        <a:ext uri="{FF2B5EF4-FFF2-40B4-BE49-F238E27FC236}">
                          <a16:creationId xmlns:a16="http://schemas.microsoft.com/office/drawing/2014/main" id="{95D45560-3644-4FD7-B824-9A961DD972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76" name="矩形 1375">
                    <a:extLst>
                      <a:ext uri="{FF2B5EF4-FFF2-40B4-BE49-F238E27FC236}">
                        <a16:creationId xmlns:a16="http://schemas.microsoft.com/office/drawing/2014/main" id="{BB2CC019-C584-4D3A-9162-95E04464B69C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77" name="矩形 1376">
                    <a:extLst>
                      <a:ext uri="{FF2B5EF4-FFF2-40B4-BE49-F238E27FC236}">
                        <a16:creationId xmlns:a16="http://schemas.microsoft.com/office/drawing/2014/main" id="{C106C78D-613B-4918-AF32-9E9AC15958B2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2" name="组合 791">
                  <a:extLst>
                    <a:ext uri="{FF2B5EF4-FFF2-40B4-BE49-F238E27FC236}">
                      <a16:creationId xmlns:a16="http://schemas.microsoft.com/office/drawing/2014/main" id="{B3942E1F-D525-4D70-9670-6DD52EB2FA1D}"/>
                    </a:ext>
                  </a:extLst>
                </p:cNvPr>
                <p:cNvGrpSpPr/>
                <p:nvPr/>
              </p:nvGrpSpPr>
              <p:grpSpPr>
                <a:xfrm rot="5400000">
                  <a:off x="3090920" y="1135400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59" name="梯形 1358">
                    <a:extLst>
                      <a:ext uri="{FF2B5EF4-FFF2-40B4-BE49-F238E27FC236}">
                        <a16:creationId xmlns:a16="http://schemas.microsoft.com/office/drawing/2014/main" id="{A2BEBBBE-9B95-45F7-A94E-3C7EB016A92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60" name="直接连接符 1359">
                    <a:extLst>
                      <a:ext uri="{FF2B5EF4-FFF2-40B4-BE49-F238E27FC236}">
                        <a16:creationId xmlns:a16="http://schemas.microsoft.com/office/drawing/2014/main" id="{7D102009-F5F3-4A7F-B838-FF5AB93A85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61" name="梯形 1360">
                    <a:extLst>
                      <a:ext uri="{FF2B5EF4-FFF2-40B4-BE49-F238E27FC236}">
                        <a16:creationId xmlns:a16="http://schemas.microsoft.com/office/drawing/2014/main" id="{7E3C6A21-4BE7-4817-BF8F-CC4019CAF86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62" name="连接符: 曲线 1361">
                    <a:extLst>
                      <a:ext uri="{FF2B5EF4-FFF2-40B4-BE49-F238E27FC236}">
                        <a16:creationId xmlns:a16="http://schemas.microsoft.com/office/drawing/2014/main" id="{92255AB5-46CC-44AA-A222-A6E7AF6CAC14}"/>
                      </a:ext>
                    </a:extLst>
                  </p:cNvPr>
                  <p:cNvCxnSpPr>
                    <a:stCxn id="1359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3" name="连接符: 曲线 1362">
                    <a:extLst>
                      <a:ext uri="{FF2B5EF4-FFF2-40B4-BE49-F238E27FC236}">
                        <a16:creationId xmlns:a16="http://schemas.microsoft.com/office/drawing/2014/main" id="{622EE57D-FA93-4BEA-88A1-4EA133994D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64" name="组合 1363">
                    <a:extLst>
                      <a:ext uri="{FF2B5EF4-FFF2-40B4-BE49-F238E27FC236}">
                        <a16:creationId xmlns:a16="http://schemas.microsoft.com/office/drawing/2014/main" id="{28F4EADB-BDFE-4506-8165-8A9FC44D1BC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67" name="直接连接符 1366">
                      <a:extLst>
                        <a:ext uri="{FF2B5EF4-FFF2-40B4-BE49-F238E27FC236}">
                          <a16:creationId xmlns:a16="http://schemas.microsoft.com/office/drawing/2014/main" id="{3AB27A6F-D3B7-442B-B2C5-669FCEA838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8" name="连接符: 曲线 1367">
                      <a:extLst>
                        <a:ext uri="{FF2B5EF4-FFF2-40B4-BE49-F238E27FC236}">
                          <a16:creationId xmlns:a16="http://schemas.microsoft.com/office/drawing/2014/main" id="{BDF0640E-5A87-40B6-9BD5-DF8EE2A4143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9" name="连接符: 曲线 1368">
                      <a:extLst>
                        <a:ext uri="{FF2B5EF4-FFF2-40B4-BE49-F238E27FC236}">
                          <a16:creationId xmlns:a16="http://schemas.microsoft.com/office/drawing/2014/main" id="{635CE773-4A30-4F51-AC72-D558E8CCBE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65" name="矩形 1364">
                    <a:extLst>
                      <a:ext uri="{FF2B5EF4-FFF2-40B4-BE49-F238E27FC236}">
                        <a16:creationId xmlns:a16="http://schemas.microsoft.com/office/drawing/2014/main" id="{6583F8CC-8D71-4F78-9FCF-85985B72A008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66" name="矩形 1365">
                    <a:extLst>
                      <a:ext uri="{FF2B5EF4-FFF2-40B4-BE49-F238E27FC236}">
                        <a16:creationId xmlns:a16="http://schemas.microsoft.com/office/drawing/2014/main" id="{19673420-42DC-4C1F-87CD-CA17C18E62AF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793" name="连接符: 曲线 792">
                  <a:extLst>
                    <a:ext uri="{FF2B5EF4-FFF2-40B4-BE49-F238E27FC236}">
                      <a16:creationId xmlns:a16="http://schemas.microsoft.com/office/drawing/2014/main" id="{95142402-1B5F-4CB8-A8F9-57D9D7103930}"/>
                    </a:ext>
                  </a:extLst>
                </p:cNvPr>
                <p:cNvCxnSpPr>
                  <a:stCxn id="1383" idx="2"/>
                  <a:endCxn id="1359" idx="2"/>
                </p:cNvCxnSpPr>
                <p:nvPr/>
              </p:nvCxnSpPr>
              <p:spPr>
                <a:xfrm>
                  <a:off x="3280393" y="805123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4" name="连接符: 曲线 793">
                  <a:extLst>
                    <a:ext uri="{FF2B5EF4-FFF2-40B4-BE49-F238E27FC236}">
                      <a16:creationId xmlns:a16="http://schemas.microsoft.com/office/drawing/2014/main" id="{02C7BD38-5F9A-4567-AC34-BB1B009C9D76}"/>
                    </a:ext>
                  </a:extLst>
                </p:cNvPr>
                <p:cNvCxnSpPr>
                  <a:stCxn id="1372" idx="2"/>
                  <a:endCxn id="1361" idx="2"/>
                </p:cNvCxnSpPr>
                <p:nvPr/>
              </p:nvCxnSpPr>
              <p:spPr>
                <a:xfrm flipV="1">
                  <a:off x="3282109" y="1587521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95" name="组合 794">
                  <a:extLst>
                    <a:ext uri="{FF2B5EF4-FFF2-40B4-BE49-F238E27FC236}">
                      <a16:creationId xmlns:a16="http://schemas.microsoft.com/office/drawing/2014/main" id="{CBD86067-1D61-479A-8FD2-574E5BBB503D}"/>
                    </a:ext>
                  </a:extLst>
                </p:cNvPr>
                <p:cNvGrpSpPr/>
                <p:nvPr/>
              </p:nvGrpSpPr>
              <p:grpSpPr>
                <a:xfrm>
                  <a:off x="2558645" y="2363865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48" name="梯形 1347">
                    <a:extLst>
                      <a:ext uri="{FF2B5EF4-FFF2-40B4-BE49-F238E27FC236}">
                        <a16:creationId xmlns:a16="http://schemas.microsoft.com/office/drawing/2014/main" id="{ACF5510C-7999-4A47-BE7A-E2F0AA5A580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49" name="直接连接符 1348">
                    <a:extLst>
                      <a:ext uri="{FF2B5EF4-FFF2-40B4-BE49-F238E27FC236}">
                        <a16:creationId xmlns:a16="http://schemas.microsoft.com/office/drawing/2014/main" id="{FFD00775-BA02-4B8E-906C-76026118F0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50" name="梯形 1349">
                    <a:extLst>
                      <a:ext uri="{FF2B5EF4-FFF2-40B4-BE49-F238E27FC236}">
                        <a16:creationId xmlns:a16="http://schemas.microsoft.com/office/drawing/2014/main" id="{AEF26901-3ED7-4AEE-AB8D-004574904FE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51" name="连接符: 曲线 1350">
                    <a:extLst>
                      <a:ext uri="{FF2B5EF4-FFF2-40B4-BE49-F238E27FC236}">
                        <a16:creationId xmlns:a16="http://schemas.microsoft.com/office/drawing/2014/main" id="{192E1626-F6EF-44A0-95FE-E1CDAB0CE08D}"/>
                      </a:ext>
                    </a:extLst>
                  </p:cNvPr>
                  <p:cNvCxnSpPr>
                    <a:stCxn id="1348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2" name="连接符: 曲线 1351">
                    <a:extLst>
                      <a:ext uri="{FF2B5EF4-FFF2-40B4-BE49-F238E27FC236}">
                        <a16:creationId xmlns:a16="http://schemas.microsoft.com/office/drawing/2014/main" id="{82D0AD60-770B-4257-9D11-4440FCC749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53" name="组合 1352">
                    <a:extLst>
                      <a:ext uri="{FF2B5EF4-FFF2-40B4-BE49-F238E27FC236}">
                        <a16:creationId xmlns:a16="http://schemas.microsoft.com/office/drawing/2014/main" id="{BFA6B3CC-D679-40D0-83AD-F82F5A0A3B18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56" name="直接连接符 1355">
                      <a:extLst>
                        <a:ext uri="{FF2B5EF4-FFF2-40B4-BE49-F238E27FC236}">
                          <a16:creationId xmlns:a16="http://schemas.microsoft.com/office/drawing/2014/main" id="{9CCDA33A-D455-4355-9A62-54502D092B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7" name="连接符: 曲线 1356">
                      <a:extLst>
                        <a:ext uri="{FF2B5EF4-FFF2-40B4-BE49-F238E27FC236}">
                          <a16:creationId xmlns:a16="http://schemas.microsoft.com/office/drawing/2014/main" id="{8F5BE9B2-9D3E-4E16-90C4-52C0904C724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8" name="连接符: 曲线 1357">
                      <a:extLst>
                        <a:ext uri="{FF2B5EF4-FFF2-40B4-BE49-F238E27FC236}">
                          <a16:creationId xmlns:a16="http://schemas.microsoft.com/office/drawing/2014/main" id="{04A16C32-B95C-4F63-8157-CC8C9D31FF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54" name="矩形 1353">
                    <a:extLst>
                      <a:ext uri="{FF2B5EF4-FFF2-40B4-BE49-F238E27FC236}">
                        <a16:creationId xmlns:a16="http://schemas.microsoft.com/office/drawing/2014/main" id="{E60355E2-4C30-4C9A-9E5C-8D9BB602102C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55" name="矩形 1354">
                    <a:extLst>
                      <a:ext uri="{FF2B5EF4-FFF2-40B4-BE49-F238E27FC236}">
                        <a16:creationId xmlns:a16="http://schemas.microsoft.com/office/drawing/2014/main" id="{98D2580D-5BD9-4207-9DFB-B5198369C7F8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6" name="组合 795">
                  <a:extLst>
                    <a:ext uri="{FF2B5EF4-FFF2-40B4-BE49-F238E27FC236}">
                      <a16:creationId xmlns:a16="http://schemas.microsoft.com/office/drawing/2014/main" id="{6893F5D3-ED23-4E50-B34B-158662A1A4BB}"/>
                    </a:ext>
                  </a:extLst>
                </p:cNvPr>
                <p:cNvGrpSpPr/>
                <p:nvPr/>
              </p:nvGrpSpPr>
              <p:grpSpPr>
                <a:xfrm rot="5400000">
                  <a:off x="3089148" y="1960306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37" name="梯形 1336">
                    <a:extLst>
                      <a:ext uri="{FF2B5EF4-FFF2-40B4-BE49-F238E27FC236}">
                        <a16:creationId xmlns:a16="http://schemas.microsoft.com/office/drawing/2014/main" id="{FA3E96F2-D5D1-4381-AA09-E93F5544714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38" name="直接连接符 1337">
                    <a:extLst>
                      <a:ext uri="{FF2B5EF4-FFF2-40B4-BE49-F238E27FC236}">
                        <a16:creationId xmlns:a16="http://schemas.microsoft.com/office/drawing/2014/main" id="{DCF58E0E-8A86-4E7B-B539-58C0E09C28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39" name="梯形 1338">
                    <a:extLst>
                      <a:ext uri="{FF2B5EF4-FFF2-40B4-BE49-F238E27FC236}">
                        <a16:creationId xmlns:a16="http://schemas.microsoft.com/office/drawing/2014/main" id="{28744C2B-6672-4BFD-9F86-3785F2F2881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40" name="连接符: 曲线 1339">
                    <a:extLst>
                      <a:ext uri="{FF2B5EF4-FFF2-40B4-BE49-F238E27FC236}">
                        <a16:creationId xmlns:a16="http://schemas.microsoft.com/office/drawing/2014/main" id="{FC47525D-97FF-4824-A52C-0CF7B0F572A6}"/>
                      </a:ext>
                    </a:extLst>
                  </p:cNvPr>
                  <p:cNvCxnSpPr>
                    <a:stCxn id="1337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1" name="连接符: 曲线 1340">
                    <a:extLst>
                      <a:ext uri="{FF2B5EF4-FFF2-40B4-BE49-F238E27FC236}">
                        <a16:creationId xmlns:a16="http://schemas.microsoft.com/office/drawing/2014/main" id="{9F0D87B8-02E3-4864-B6F4-BF0B806691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42" name="组合 1341">
                    <a:extLst>
                      <a:ext uri="{FF2B5EF4-FFF2-40B4-BE49-F238E27FC236}">
                        <a16:creationId xmlns:a16="http://schemas.microsoft.com/office/drawing/2014/main" id="{CF7445AC-E76C-4E2B-8292-1F36D11669D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45" name="直接连接符 1344">
                      <a:extLst>
                        <a:ext uri="{FF2B5EF4-FFF2-40B4-BE49-F238E27FC236}">
                          <a16:creationId xmlns:a16="http://schemas.microsoft.com/office/drawing/2014/main" id="{DB362BA9-2CD8-45C4-890A-198D67A8F4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6" name="连接符: 曲线 1345">
                      <a:extLst>
                        <a:ext uri="{FF2B5EF4-FFF2-40B4-BE49-F238E27FC236}">
                          <a16:creationId xmlns:a16="http://schemas.microsoft.com/office/drawing/2014/main" id="{E5E8CC50-A99E-464F-92C0-BDA401D489C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7" name="连接符: 曲线 1346">
                      <a:extLst>
                        <a:ext uri="{FF2B5EF4-FFF2-40B4-BE49-F238E27FC236}">
                          <a16:creationId xmlns:a16="http://schemas.microsoft.com/office/drawing/2014/main" id="{1A3BBC72-9495-40CB-A1D9-C88D647F24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43" name="矩形 1342">
                    <a:extLst>
                      <a:ext uri="{FF2B5EF4-FFF2-40B4-BE49-F238E27FC236}">
                        <a16:creationId xmlns:a16="http://schemas.microsoft.com/office/drawing/2014/main" id="{7E836444-5FAE-4C07-AA94-B6119C6FC2D5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44" name="矩形 1343">
                    <a:extLst>
                      <a:ext uri="{FF2B5EF4-FFF2-40B4-BE49-F238E27FC236}">
                        <a16:creationId xmlns:a16="http://schemas.microsoft.com/office/drawing/2014/main" id="{C5799A20-28E2-4B10-A663-8F1BFBCAAD69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7" name="组合 796">
                  <a:extLst>
                    <a:ext uri="{FF2B5EF4-FFF2-40B4-BE49-F238E27FC236}">
                      <a16:creationId xmlns:a16="http://schemas.microsoft.com/office/drawing/2014/main" id="{45E98A7E-30E2-4C90-9131-A0865767E9C8}"/>
                    </a:ext>
                  </a:extLst>
                </p:cNvPr>
                <p:cNvGrpSpPr/>
                <p:nvPr/>
              </p:nvGrpSpPr>
              <p:grpSpPr>
                <a:xfrm>
                  <a:off x="2558645" y="3176983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26" name="梯形 1325">
                    <a:extLst>
                      <a:ext uri="{FF2B5EF4-FFF2-40B4-BE49-F238E27FC236}">
                        <a16:creationId xmlns:a16="http://schemas.microsoft.com/office/drawing/2014/main" id="{54467029-3B76-4EFB-8955-1940330B1DC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27" name="直接连接符 1326">
                    <a:extLst>
                      <a:ext uri="{FF2B5EF4-FFF2-40B4-BE49-F238E27FC236}">
                        <a16:creationId xmlns:a16="http://schemas.microsoft.com/office/drawing/2014/main" id="{6C0BEA08-0E44-4711-96BE-32FBCA5919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28" name="梯形 1327">
                    <a:extLst>
                      <a:ext uri="{FF2B5EF4-FFF2-40B4-BE49-F238E27FC236}">
                        <a16:creationId xmlns:a16="http://schemas.microsoft.com/office/drawing/2014/main" id="{AA6AEFAD-E705-4AE6-88D5-74BC1D83AA4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29" name="连接符: 曲线 1328">
                    <a:extLst>
                      <a:ext uri="{FF2B5EF4-FFF2-40B4-BE49-F238E27FC236}">
                        <a16:creationId xmlns:a16="http://schemas.microsoft.com/office/drawing/2014/main" id="{798104AE-193D-47EB-8F63-BBEDFFEDC221}"/>
                      </a:ext>
                    </a:extLst>
                  </p:cNvPr>
                  <p:cNvCxnSpPr>
                    <a:stCxn id="1326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0" name="连接符: 曲线 1329">
                    <a:extLst>
                      <a:ext uri="{FF2B5EF4-FFF2-40B4-BE49-F238E27FC236}">
                        <a16:creationId xmlns:a16="http://schemas.microsoft.com/office/drawing/2014/main" id="{8C4D793E-D7CA-4469-901A-529A292D4C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31" name="组合 1330">
                    <a:extLst>
                      <a:ext uri="{FF2B5EF4-FFF2-40B4-BE49-F238E27FC236}">
                        <a16:creationId xmlns:a16="http://schemas.microsoft.com/office/drawing/2014/main" id="{3B6705B2-448E-40E6-A491-AC0CEBAA70F6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34" name="直接连接符 1333">
                      <a:extLst>
                        <a:ext uri="{FF2B5EF4-FFF2-40B4-BE49-F238E27FC236}">
                          <a16:creationId xmlns:a16="http://schemas.microsoft.com/office/drawing/2014/main" id="{F3A6D520-3D64-4F7B-BC6C-7EA3C8E710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5" name="连接符: 曲线 1334">
                      <a:extLst>
                        <a:ext uri="{FF2B5EF4-FFF2-40B4-BE49-F238E27FC236}">
                          <a16:creationId xmlns:a16="http://schemas.microsoft.com/office/drawing/2014/main" id="{5ECBA3F8-A963-44A4-8ED8-7447F905BA5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6" name="连接符: 曲线 1335">
                      <a:extLst>
                        <a:ext uri="{FF2B5EF4-FFF2-40B4-BE49-F238E27FC236}">
                          <a16:creationId xmlns:a16="http://schemas.microsoft.com/office/drawing/2014/main" id="{8F281B94-1FEB-4898-AB54-FF1DA7E929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32" name="矩形 1331">
                    <a:extLst>
                      <a:ext uri="{FF2B5EF4-FFF2-40B4-BE49-F238E27FC236}">
                        <a16:creationId xmlns:a16="http://schemas.microsoft.com/office/drawing/2014/main" id="{0F5F9D8B-0E75-4522-8180-F8359A486154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33" name="矩形 1332">
                    <a:extLst>
                      <a:ext uri="{FF2B5EF4-FFF2-40B4-BE49-F238E27FC236}">
                        <a16:creationId xmlns:a16="http://schemas.microsoft.com/office/drawing/2014/main" id="{7B4B2310-2508-403F-BA8F-D24AA3C363A4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8" name="组合 797">
                  <a:extLst>
                    <a:ext uri="{FF2B5EF4-FFF2-40B4-BE49-F238E27FC236}">
                      <a16:creationId xmlns:a16="http://schemas.microsoft.com/office/drawing/2014/main" id="{A40968B3-FBF4-4013-A963-F42ECB78E084}"/>
                    </a:ext>
                  </a:extLst>
                </p:cNvPr>
                <p:cNvGrpSpPr/>
                <p:nvPr/>
              </p:nvGrpSpPr>
              <p:grpSpPr>
                <a:xfrm rot="5400000">
                  <a:off x="3089148" y="2773424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15" name="梯形 1314">
                    <a:extLst>
                      <a:ext uri="{FF2B5EF4-FFF2-40B4-BE49-F238E27FC236}">
                        <a16:creationId xmlns:a16="http://schemas.microsoft.com/office/drawing/2014/main" id="{6B387F8C-49DE-447E-AD3F-202440E4316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16" name="直接连接符 1315">
                    <a:extLst>
                      <a:ext uri="{FF2B5EF4-FFF2-40B4-BE49-F238E27FC236}">
                        <a16:creationId xmlns:a16="http://schemas.microsoft.com/office/drawing/2014/main" id="{14CF75F4-E0B4-4EE7-9E98-B63A7812C2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17" name="梯形 1316">
                    <a:extLst>
                      <a:ext uri="{FF2B5EF4-FFF2-40B4-BE49-F238E27FC236}">
                        <a16:creationId xmlns:a16="http://schemas.microsoft.com/office/drawing/2014/main" id="{B470ABFF-1738-4CC0-BD1C-BE8BB746255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18" name="连接符: 曲线 1317">
                    <a:extLst>
                      <a:ext uri="{FF2B5EF4-FFF2-40B4-BE49-F238E27FC236}">
                        <a16:creationId xmlns:a16="http://schemas.microsoft.com/office/drawing/2014/main" id="{8A2065D2-A9F1-407F-919E-90BD6D855CC7}"/>
                      </a:ext>
                    </a:extLst>
                  </p:cNvPr>
                  <p:cNvCxnSpPr>
                    <a:stCxn id="1315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9" name="连接符: 曲线 1318">
                    <a:extLst>
                      <a:ext uri="{FF2B5EF4-FFF2-40B4-BE49-F238E27FC236}">
                        <a16:creationId xmlns:a16="http://schemas.microsoft.com/office/drawing/2014/main" id="{0530D124-8A1A-423C-A80D-067C8C0975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20" name="组合 1319">
                    <a:extLst>
                      <a:ext uri="{FF2B5EF4-FFF2-40B4-BE49-F238E27FC236}">
                        <a16:creationId xmlns:a16="http://schemas.microsoft.com/office/drawing/2014/main" id="{EE5AABCA-7A6A-4431-8422-C457329C986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23" name="直接连接符 1322">
                      <a:extLst>
                        <a:ext uri="{FF2B5EF4-FFF2-40B4-BE49-F238E27FC236}">
                          <a16:creationId xmlns:a16="http://schemas.microsoft.com/office/drawing/2014/main" id="{2DD1B7F6-516C-40C2-8880-4A2BEE790F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4" name="连接符: 曲线 1323">
                      <a:extLst>
                        <a:ext uri="{FF2B5EF4-FFF2-40B4-BE49-F238E27FC236}">
                          <a16:creationId xmlns:a16="http://schemas.microsoft.com/office/drawing/2014/main" id="{CBC12638-ABF9-410C-AB74-9089970A137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5" name="连接符: 曲线 1324">
                      <a:extLst>
                        <a:ext uri="{FF2B5EF4-FFF2-40B4-BE49-F238E27FC236}">
                          <a16:creationId xmlns:a16="http://schemas.microsoft.com/office/drawing/2014/main" id="{8C45E5B4-2F46-4B25-8D89-609F8B17C7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21" name="矩形 1320">
                    <a:extLst>
                      <a:ext uri="{FF2B5EF4-FFF2-40B4-BE49-F238E27FC236}">
                        <a16:creationId xmlns:a16="http://schemas.microsoft.com/office/drawing/2014/main" id="{C4C9C427-CF9D-45A8-958D-C8BF8EAF0DC5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22" name="矩形 1321">
                    <a:extLst>
                      <a:ext uri="{FF2B5EF4-FFF2-40B4-BE49-F238E27FC236}">
                        <a16:creationId xmlns:a16="http://schemas.microsoft.com/office/drawing/2014/main" id="{A3E0E491-A075-4498-9C38-E1DE3FB475E0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99" name="组合 798">
                  <a:extLst>
                    <a:ext uri="{FF2B5EF4-FFF2-40B4-BE49-F238E27FC236}">
                      <a16:creationId xmlns:a16="http://schemas.microsoft.com/office/drawing/2014/main" id="{10432BB3-6C10-40E0-8A5B-39E3EC8EBE33}"/>
                    </a:ext>
                  </a:extLst>
                </p:cNvPr>
                <p:cNvGrpSpPr/>
                <p:nvPr/>
              </p:nvGrpSpPr>
              <p:grpSpPr>
                <a:xfrm>
                  <a:off x="2558645" y="399818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304" name="梯形 1303">
                    <a:extLst>
                      <a:ext uri="{FF2B5EF4-FFF2-40B4-BE49-F238E27FC236}">
                        <a16:creationId xmlns:a16="http://schemas.microsoft.com/office/drawing/2014/main" id="{8A51C274-233E-4AF9-A8D6-A45D53A6233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05" name="直接连接符 1304">
                    <a:extLst>
                      <a:ext uri="{FF2B5EF4-FFF2-40B4-BE49-F238E27FC236}">
                        <a16:creationId xmlns:a16="http://schemas.microsoft.com/office/drawing/2014/main" id="{3EF3135D-A256-410B-BFB9-BAA3E9C573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06" name="梯形 1305">
                    <a:extLst>
                      <a:ext uri="{FF2B5EF4-FFF2-40B4-BE49-F238E27FC236}">
                        <a16:creationId xmlns:a16="http://schemas.microsoft.com/office/drawing/2014/main" id="{F907A9D0-E8A7-4AE1-8C16-05240F54183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07" name="连接符: 曲线 1306">
                    <a:extLst>
                      <a:ext uri="{FF2B5EF4-FFF2-40B4-BE49-F238E27FC236}">
                        <a16:creationId xmlns:a16="http://schemas.microsoft.com/office/drawing/2014/main" id="{CE1B2DDD-6556-47D1-A380-1011E05146CF}"/>
                      </a:ext>
                    </a:extLst>
                  </p:cNvPr>
                  <p:cNvCxnSpPr>
                    <a:stCxn id="1304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8" name="连接符: 曲线 1307">
                    <a:extLst>
                      <a:ext uri="{FF2B5EF4-FFF2-40B4-BE49-F238E27FC236}">
                        <a16:creationId xmlns:a16="http://schemas.microsoft.com/office/drawing/2014/main" id="{941C5191-F15B-4D9A-A1BB-AA559FBC7E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09" name="组合 1308">
                    <a:extLst>
                      <a:ext uri="{FF2B5EF4-FFF2-40B4-BE49-F238E27FC236}">
                        <a16:creationId xmlns:a16="http://schemas.microsoft.com/office/drawing/2014/main" id="{99BCB483-9BEF-41FF-8906-990D58220164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12" name="直接连接符 1311">
                      <a:extLst>
                        <a:ext uri="{FF2B5EF4-FFF2-40B4-BE49-F238E27FC236}">
                          <a16:creationId xmlns:a16="http://schemas.microsoft.com/office/drawing/2014/main" id="{2D8013DA-6DC5-466A-97C6-B99F08FCD3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3" name="连接符: 曲线 1312">
                      <a:extLst>
                        <a:ext uri="{FF2B5EF4-FFF2-40B4-BE49-F238E27FC236}">
                          <a16:creationId xmlns:a16="http://schemas.microsoft.com/office/drawing/2014/main" id="{110E955D-5097-41F7-85A9-D2504B40482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4" name="连接符: 曲线 1313">
                      <a:extLst>
                        <a:ext uri="{FF2B5EF4-FFF2-40B4-BE49-F238E27FC236}">
                          <a16:creationId xmlns:a16="http://schemas.microsoft.com/office/drawing/2014/main" id="{6E35372F-A9B1-4E18-80D6-033BE8A198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10" name="矩形 1309">
                    <a:extLst>
                      <a:ext uri="{FF2B5EF4-FFF2-40B4-BE49-F238E27FC236}">
                        <a16:creationId xmlns:a16="http://schemas.microsoft.com/office/drawing/2014/main" id="{5AE78749-7EF5-4234-B7C1-00E1E1D71E36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11" name="矩形 1310">
                    <a:extLst>
                      <a:ext uri="{FF2B5EF4-FFF2-40B4-BE49-F238E27FC236}">
                        <a16:creationId xmlns:a16="http://schemas.microsoft.com/office/drawing/2014/main" id="{08EB46EC-2E70-4F9D-B137-C8C9A8BE288D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00" name="组合 799">
                  <a:extLst>
                    <a:ext uri="{FF2B5EF4-FFF2-40B4-BE49-F238E27FC236}">
                      <a16:creationId xmlns:a16="http://schemas.microsoft.com/office/drawing/2014/main" id="{190DD4D6-78F7-436C-AF3D-7584BE00FF07}"/>
                    </a:ext>
                  </a:extLst>
                </p:cNvPr>
                <p:cNvGrpSpPr/>
                <p:nvPr/>
              </p:nvGrpSpPr>
              <p:grpSpPr>
                <a:xfrm rot="5400000">
                  <a:off x="3089148" y="3594628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93" name="梯形 1292">
                    <a:extLst>
                      <a:ext uri="{FF2B5EF4-FFF2-40B4-BE49-F238E27FC236}">
                        <a16:creationId xmlns:a16="http://schemas.microsoft.com/office/drawing/2014/main" id="{6031E11A-266B-4ABB-8FD3-C0D41EAAB11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94" name="直接连接符 1293">
                    <a:extLst>
                      <a:ext uri="{FF2B5EF4-FFF2-40B4-BE49-F238E27FC236}">
                        <a16:creationId xmlns:a16="http://schemas.microsoft.com/office/drawing/2014/main" id="{665B3E64-1A94-4DEF-A38A-C93BEA02F3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95" name="梯形 1294">
                    <a:extLst>
                      <a:ext uri="{FF2B5EF4-FFF2-40B4-BE49-F238E27FC236}">
                        <a16:creationId xmlns:a16="http://schemas.microsoft.com/office/drawing/2014/main" id="{3DCB3EA7-BE6C-49AD-9FA0-3623D635C34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96" name="连接符: 曲线 1295">
                    <a:extLst>
                      <a:ext uri="{FF2B5EF4-FFF2-40B4-BE49-F238E27FC236}">
                        <a16:creationId xmlns:a16="http://schemas.microsoft.com/office/drawing/2014/main" id="{C0DE7DEC-F77D-45F6-BD0A-E098BD716734}"/>
                      </a:ext>
                    </a:extLst>
                  </p:cNvPr>
                  <p:cNvCxnSpPr>
                    <a:stCxn id="1293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7" name="连接符: 曲线 1296">
                    <a:extLst>
                      <a:ext uri="{FF2B5EF4-FFF2-40B4-BE49-F238E27FC236}">
                        <a16:creationId xmlns:a16="http://schemas.microsoft.com/office/drawing/2014/main" id="{6A3903C3-CB81-4E08-85E5-EFD400C7B4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98" name="组合 1297">
                    <a:extLst>
                      <a:ext uri="{FF2B5EF4-FFF2-40B4-BE49-F238E27FC236}">
                        <a16:creationId xmlns:a16="http://schemas.microsoft.com/office/drawing/2014/main" id="{76B2CE48-40F6-4A6B-A80F-54B0FB20B078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301" name="直接连接符 1300">
                      <a:extLst>
                        <a:ext uri="{FF2B5EF4-FFF2-40B4-BE49-F238E27FC236}">
                          <a16:creationId xmlns:a16="http://schemas.microsoft.com/office/drawing/2014/main" id="{5B9A5B11-102C-4ADC-AC1C-BC0534A505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2" name="连接符: 曲线 1301">
                      <a:extLst>
                        <a:ext uri="{FF2B5EF4-FFF2-40B4-BE49-F238E27FC236}">
                          <a16:creationId xmlns:a16="http://schemas.microsoft.com/office/drawing/2014/main" id="{9A5FE3A8-24D8-4E8E-8734-F01D1E34FF5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3" name="连接符: 曲线 1302">
                      <a:extLst>
                        <a:ext uri="{FF2B5EF4-FFF2-40B4-BE49-F238E27FC236}">
                          <a16:creationId xmlns:a16="http://schemas.microsoft.com/office/drawing/2014/main" id="{7DB2D484-2DC7-432C-93C1-D453406E2A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99" name="矩形 1298">
                    <a:extLst>
                      <a:ext uri="{FF2B5EF4-FFF2-40B4-BE49-F238E27FC236}">
                        <a16:creationId xmlns:a16="http://schemas.microsoft.com/office/drawing/2014/main" id="{75DEF7B0-208F-436D-9B11-434313141470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00" name="矩形 1299">
                    <a:extLst>
                      <a:ext uri="{FF2B5EF4-FFF2-40B4-BE49-F238E27FC236}">
                        <a16:creationId xmlns:a16="http://schemas.microsoft.com/office/drawing/2014/main" id="{2FB25FC4-FC05-462C-AD5E-BFE06A23E8CD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01" name="连接符: 曲线 800">
                  <a:extLst>
                    <a:ext uri="{FF2B5EF4-FFF2-40B4-BE49-F238E27FC236}">
                      <a16:creationId xmlns:a16="http://schemas.microsoft.com/office/drawing/2014/main" id="{C80BE713-1373-4E29-AFA3-D8B948F2A786}"/>
                    </a:ext>
                  </a:extLst>
                </p:cNvPr>
                <p:cNvCxnSpPr/>
                <p:nvPr/>
              </p:nvCxnSpPr>
              <p:spPr>
                <a:xfrm>
                  <a:off x="3283988" y="1629362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2" name="连接符: 曲线 801">
                  <a:extLst>
                    <a:ext uri="{FF2B5EF4-FFF2-40B4-BE49-F238E27FC236}">
                      <a16:creationId xmlns:a16="http://schemas.microsoft.com/office/drawing/2014/main" id="{8543C845-D6C3-447D-85DE-780659E4F440}"/>
                    </a:ext>
                  </a:extLst>
                </p:cNvPr>
                <p:cNvCxnSpPr/>
                <p:nvPr/>
              </p:nvCxnSpPr>
              <p:spPr>
                <a:xfrm>
                  <a:off x="3283243" y="2443936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3" name="连接符: 曲线 802">
                  <a:extLst>
                    <a:ext uri="{FF2B5EF4-FFF2-40B4-BE49-F238E27FC236}">
                      <a16:creationId xmlns:a16="http://schemas.microsoft.com/office/drawing/2014/main" id="{B6A9E121-7ADC-485B-9C58-AB22B14AA02B}"/>
                    </a:ext>
                  </a:extLst>
                </p:cNvPr>
                <p:cNvCxnSpPr/>
                <p:nvPr/>
              </p:nvCxnSpPr>
              <p:spPr>
                <a:xfrm flipV="1">
                  <a:off x="3278289" y="2410403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4" name="连接符: 曲线 803">
                  <a:extLst>
                    <a:ext uri="{FF2B5EF4-FFF2-40B4-BE49-F238E27FC236}">
                      <a16:creationId xmlns:a16="http://schemas.microsoft.com/office/drawing/2014/main" id="{2D373060-37E1-4295-9450-CEBB0CAF772B}"/>
                    </a:ext>
                  </a:extLst>
                </p:cNvPr>
                <p:cNvCxnSpPr/>
                <p:nvPr/>
              </p:nvCxnSpPr>
              <p:spPr>
                <a:xfrm>
                  <a:off x="3286565" y="3263604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5" name="连接符: 曲线 804">
                  <a:extLst>
                    <a:ext uri="{FF2B5EF4-FFF2-40B4-BE49-F238E27FC236}">
                      <a16:creationId xmlns:a16="http://schemas.microsoft.com/office/drawing/2014/main" id="{C346124B-56FC-410E-A30C-DEBFA7417B29}"/>
                    </a:ext>
                  </a:extLst>
                </p:cNvPr>
                <p:cNvCxnSpPr/>
                <p:nvPr/>
              </p:nvCxnSpPr>
              <p:spPr>
                <a:xfrm flipV="1">
                  <a:off x="3281611" y="3230071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6" name="连接符: 曲线 805">
                  <a:extLst>
                    <a:ext uri="{FF2B5EF4-FFF2-40B4-BE49-F238E27FC236}">
                      <a16:creationId xmlns:a16="http://schemas.microsoft.com/office/drawing/2014/main" id="{591B452E-15FE-41E3-A74D-BD8EE01837E8}"/>
                    </a:ext>
                  </a:extLst>
                </p:cNvPr>
                <p:cNvCxnSpPr/>
                <p:nvPr/>
              </p:nvCxnSpPr>
              <p:spPr>
                <a:xfrm flipV="1">
                  <a:off x="3276025" y="4044377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7" name="连接符: 曲线 806">
                  <a:extLst>
                    <a:ext uri="{FF2B5EF4-FFF2-40B4-BE49-F238E27FC236}">
                      <a16:creationId xmlns:a16="http://schemas.microsoft.com/office/drawing/2014/main" id="{B6D485CE-FAF4-4128-AC20-6E86F138A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85204" y="802494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8" name="连接符: 曲线 807">
                  <a:extLst>
                    <a:ext uri="{FF2B5EF4-FFF2-40B4-BE49-F238E27FC236}">
                      <a16:creationId xmlns:a16="http://schemas.microsoft.com/office/drawing/2014/main" id="{61F7746C-E9E6-4A53-AB71-17EDE1889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386920" y="1584892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9" name="连接符: 曲线 808">
                  <a:extLst>
                    <a:ext uri="{FF2B5EF4-FFF2-40B4-BE49-F238E27FC236}">
                      <a16:creationId xmlns:a16="http://schemas.microsoft.com/office/drawing/2014/main" id="{2B3D9DAE-C914-464D-9813-2AF85C914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88799" y="1626733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0" name="连接符: 曲线 809">
                  <a:extLst>
                    <a:ext uri="{FF2B5EF4-FFF2-40B4-BE49-F238E27FC236}">
                      <a16:creationId xmlns:a16="http://schemas.microsoft.com/office/drawing/2014/main" id="{A97BC917-C7D9-4EDE-A18F-29C8E1ABC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88054" y="2441307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1" name="连接符: 曲线 810">
                  <a:extLst>
                    <a:ext uri="{FF2B5EF4-FFF2-40B4-BE49-F238E27FC236}">
                      <a16:creationId xmlns:a16="http://schemas.microsoft.com/office/drawing/2014/main" id="{EA19A85C-5A48-42A5-8AAC-4315362CD7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383100" y="2407774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2" name="连接符: 曲线 811">
                  <a:extLst>
                    <a:ext uri="{FF2B5EF4-FFF2-40B4-BE49-F238E27FC236}">
                      <a16:creationId xmlns:a16="http://schemas.microsoft.com/office/drawing/2014/main" id="{EEDDE372-147B-426F-A17E-7E82228F38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391376" y="3260975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3" name="连接符: 曲线 812">
                  <a:extLst>
                    <a:ext uri="{FF2B5EF4-FFF2-40B4-BE49-F238E27FC236}">
                      <a16:creationId xmlns:a16="http://schemas.microsoft.com/office/drawing/2014/main" id="{1F313C63-6247-4C0F-BA35-E9E9FA927B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386422" y="3227442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4" name="连接符: 曲线 813">
                  <a:extLst>
                    <a:ext uri="{FF2B5EF4-FFF2-40B4-BE49-F238E27FC236}">
                      <a16:creationId xmlns:a16="http://schemas.microsoft.com/office/drawing/2014/main" id="{1E886539-1919-4CAD-A0AC-A0805F37EC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380836" y="4041748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15" name="组合 814">
                  <a:extLst>
                    <a:ext uri="{FF2B5EF4-FFF2-40B4-BE49-F238E27FC236}">
                      <a16:creationId xmlns:a16="http://schemas.microsoft.com/office/drawing/2014/main" id="{13436B9B-84A2-461C-8F2E-45E37D83E89A}"/>
                    </a:ext>
                  </a:extLst>
                </p:cNvPr>
                <p:cNvGrpSpPr/>
                <p:nvPr/>
              </p:nvGrpSpPr>
              <p:grpSpPr>
                <a:xfrm>
                  <a:off x="3638226" y="721195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82" name="梯形 1281">
                    <a:extLst>
                      <a:ext uri="{FF2B5EF4-FFF2-40B4-BE49-F238E27FC236}">
                        <a16:creationId xmlns:a16="http://schemas.microsoft.com/office/drawing/2014/main" id="{6E715972-0BAB-4B07-8E77-20A85D3140C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83" name="直接连接符 1282">
                    <a:extLst>
                      <a:ext uri="{FF2B5EF4-FFF2-40B4-BE49-F238E27FC236}">
                        <a16:creationId xmlns:a16="http://schemas.microsoft.com/office/drawing/2014/main" id="{1C3E7C3D-737B-45CA-B8C7-CDC275CD08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84" name="梯形 1283">
                    <a:extLst>
                      <a:ext uri="{FF2B5EF4-FFF2-40B4-BE49-F238E27FC236}">
                        <a16:creationId xmlns:a16="http://schemas.microsoft.com/office/drawing/2014/main" id="{0C4F0FD3-E2A9-499F-B98B-6D8840F8A91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85" name="连接符: 曲线 1284">
                    <a:extLst>
                      <a:ext uri="{FF2B5EF4-FFF2-40B4-BE49-F238E27FC236}">
                        <a16:creationId xmlns:a16="http://schemas.microsoft.com/office/drawing/2014/main" id="{D45E9E7B-B7AA-443E-B424-49C5EFD05C31}"/>
                      </a:ext>
                    </a:extLst>
                  </p:cNvPr>
                  <p:cNvCxnSpPr>
                    <a:stCxn id="1282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6" name="连接符: 曲线 1285">
                    <a:extLst>
                      <a:ext uri="{FF2B5EF4-FFF2-40B4-BE49-F238E27FC236}">
                        <a16:creationId xmlns:a16="http://schemas.microsoft.com/office/drawing/2014/main" id="{35C01DFC-F7CB-40D8-83E7-CF6997F9FB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87" name="组合 1286">
                    <a:extLst>
                      <a:ext uri="{FF2B5EF4-FFF2-40B4-BE49-F238E27FC236}">
                        <a16:creationId xmlns:a16="http://schemas.microsoft.com/office/drawing/2014/main" id="{EE882268-2046-457D-9284-2558086E348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90" name="直接连接符 1289">
                      <a:extLst>
                        <a:ext uri="{FF2B5EF4-FFF2-40B4-BE49-F238E27FC236}">
                          <a16:creationId xmlns:a16="http://schemas.microsoft.com/office/drawing/2014/main" id="{5A7AF46D-6DE7-4B2F-9CAA-1CDF862584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1" name="连接符: 曲线 1290">
                      <a:extLst>
                        <a:ext uri="{FF2B5EF4-FFF2-40B4-BE49-F238E27FC236}">
                          <a16:creationId xmlns:a16="http://schemas.microsoft.com/office/drawing/2014/main" id="{DE5F9799-CF73-4817-A4E7-794108B2DF0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连接符: 曲线 1291">
                      <a:extLst>
                        <a:ext uri="{FF2B5EF4-FFF2-40B4-BE49-F238E27FC236}">
                          <a16:creationId xmlns:a16="http://schemas.microsoft.com/office/drawing/2014/main" id="{A8F57893-844A-4A6B-BAFE-8592A2ADE0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88" name="矩形 1287">
                    <a:extLst>
                      <a:ext uri="{FF2B5EF4-FFF2-40B4-BE49-F238E27FC236}">
                        <a16:creationId xmlns:a16="http://schemas.microsoft.com/office/drawing/2014/main" id="{462F1DFD-1B1C-404E-BE12-0BB42E9B3BEC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89" name="矩形 1288">
                    <a:extLst>
                      <a:ext uri="{FF2B5EF4-FFF2-40B4-BE49-F238E27FC236}">
                        <a16:creationId xmlns:a16="http://schemas.microsoft.com/office/drawing/2014/main" id="{F668BF1C-ED96-4275-AA9A-2D6D09A6FBF2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16" name="组合 815">
                  <a:extLst>
                    <a:ext uri="{FF2B5EF4-FFF2-40B4-BE49-F238E27FC236}">
                      <a16:creationId xmlns:a16="http://schemas.microsoft.com/office/drawing/2014/main" id="{C61C8AE6-7304-4A9D-A6D6-B9F429025F78}"/>
                    </a:ext>
                  </a:extLst>
                </p:cNvPr>
                <p:cNvGrpSpPr/>
                <p:nvPr/>
              </p:nvGrpSpPr>
              <p:grpSpPr>
                <a:xfrm>
                  <a:off x="3639942" y="1535663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71" name="梯形 1270">
                    <a:extLst>
                      <a:ext uri="{FF2B5EF4-FFF2-40B4-BE49-F238E27FC236}">
                        <a16:creationId xmlns:a16="http://schemas.microsoft.com/office/drawing/2014/main" id="{87397744-A8ED-41CE-B67C-A8057FF992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72" name="直接连接符 1271">
                    <a:extLst>
                      <a:ext uri="{FF2B5EF4-FFF2-40B4-BE49-F238E27FC236}">
                        <a16:creationId xmlns:a16="http://schemas.microsoft.com/office/drawing/2014/main" id="{B6F50E68-B48D-4752-8F40-46231B81F6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3" name="梯形 1272">
                    <a:extLst>
                      <a:ext uri="{FF2B5EF4-FFF2-40B4-BE49-F238E27FC236}">
                        <a16:creationId xmlns:a16="http://schemas.microsoft.com/office/drawing/2014/main" id="{4CA43778-2A69-4D65-B5E2-5B436712F04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74" name="连接符: 曲线 1273">
                    <a:extLst>
                      <a:ext uri="{FF2B5EF4-FFF2-40B4-BE49-F238E27FC236}">
                        <a16:creationId xmlns:a16="http://schemas.microsoft.com/office/drawing/2014/main" id="{03870234-90FE-48F7-A229-DF61C2417B7C}"/>
                      </a:ext>
                    </a:extLst>
                  </p:cNvPr>
                  <p:cNvCxnSpPr>
                    <a:stCxn id="1271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5" name="连接符: 曲线 1274">
                    <a:extLst>
                      <a:ext uri="{FF2B5EF4-FFF2-40B4-BE49-F238E27FC236}">
                        <a16:creationId xmlns:a16="http://schemas.microsoft.com/office/drawing/2014/main" id="{80657A8E-F061-408E-9AC4-BD8B740B4E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76" name="组合 1275">
                    <a:extLst>
                      <a:ext uri="{FF2B5EF4-FFF2-40B4-BE49-F238E27FC236}">
                        <a16:creationId xmlns:a16="http://schemas.microsoft.com/office/drawing/2014/main" id="{F83D3245-8CD0-4207-AD66-29EE6C4E3DB6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79" name="直接连接符 1278">
                      <a:extLst>
                        <a:ext uri="{FF2B5EF4-FFF2-40B4-BE49-F238E27FC236}">
                          <a16:creationId xmlns:a16="http://schemas.microsoft.com/office/drawing/2014/main" id="{CB45016B-1014-4536-A46B-EF03A54BC4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0" name="连接符: 曲线 1279">
                      <a:extLst>
                        <a:ext uri="{FF2B5EF4-FFF2-40B4-BE49-F238E27FC236}">
                          <a16:creationId xmlns:a16="http://schemas.microsoft.com/office/drawing/2014/main" id="{0D8C2BCD-E6E8-436A-B312-1BD6FD6B926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1" name="连接符: 曲线 1280">
                      <a:extLst>
                        <a:ext uri="{FF2B5EF4-FFF2-40B4-BE49-F238E27FC236}">
                          <a16:creationId xmlns:a16="http://schemas.microsoft.com/office/drawing/2014/main" id="{2AEADC18-87BE-4AB5-BE7B-A7D9B7729C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77" name="矩形 1276">
                    <a:extLst>
                      <a:ext uri="{FF2B5EF4-FFF2-40B4-BE49-F238E27FC236}">
                        <a16:creationId xmlns:a16="http://schemas.microsoft.com/office/drawing/2014/main" id="{E9B2A776-9E7B-4D5A-85D8-0391E9A0AB48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78" name="矩形 1277">
                    <a:extLst>
                      <a:ext uri="{FF2B5EF4-FFF2-40B4-BE49-F238E27FC236}">
                        <a16:creationId xmlns:a16="http://schemas.microsoft.com/office/drawing/2014/main" id="{ED6F1AEA-93BF-4970-B1DC-257A44526D76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17" name="组合 816">
                  <a:extLst>
                    <a:ext uri="{FF2B5EF4-FFF2-40B4-BE49-F238E27FC236}">
                      <a16:creationId xmlns:a16="http://schemas.microsoft.com/office/drawing/2014/main" id="{A848CE68-6449-40CE-AEE7-2DE6B784343E}"/>
                    </a:ext>
                  </a:extLst>
                </p:cNvPr>
                <p:cNvGrpSpPr/>
                <p:nvPr/>
              </p:nvGrpSpPr>
              <p:grpSpPr>
                <a:xfrm rot="5400000">
                  <a:off x="4170445" y="1132104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60" name="梯形 1259">
                    <a:extLst>
                      <a:ext uri="{FF2B5EF4-FFF2-40B4-BE49-F238E27FC236}">
                        <a16:creationId xmlns:a16="http://schemas.microsoft.com/office/drawing/2014/main" id="{D3F8F55C-0481-455E-8B16-854258638D7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61" name="直接连接符 1260">
                    <a:extLst>
                      <a:ext uri="{FF2B5EF4-FFF2-40B4-BE49-F238E27FC236}">
                        <a16:creationId xmlns:a16="http://schemas.microsoft.com/office/drawing/2014/main" id="{0E416DA7-60DB-47DA-B00D-89E3D126A8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62" name="梯形 1261">
                    <a:extLst>
                      <a:ext uri="{FF2B5EF4-FFF2-40B4-BE49-F238E27FC236}">
                        <a16:creationId xmlns:a16="http://schemas.microsoft.com/office/drawing/2014/main" id="{437CFE3F-7644-465D-87BF-AE2914E7F4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63" name="连接符: 曲线 1262">
                    <a:extLst>
                      <a:ext uri="{FF2B5EF4-FFF2-40B4-BE49-F238E27FC236}">
                        <a16:creationId xmlns:a16="http://schemas.microsoft.com/office/drawing/2014/main" id="{210CFDD9-69DD-4CDA-B5B1-8863675DF994}"/>
                      </a:ext>
                    </a:extLst>
                  </p:cNvPr>
                  <p:cNvCxnSpPr>
                    <a:stCxn id="1260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4" name="连接符: 曲线 1263">
                    <a:extLst>
                      <a:ext uri="{FF2B5EF4-FFF2-40B4-BE49-F238E27FC236}">
                        <a16:creationId xmlns:a16="http://schemas.microsoft.com/office/drawing/2014/main" id="{44B17AC5-F8CD-4EFA-96A0-E2695C3C1C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65" name="组合 1264">
                    <a:extLst>
                      <a:ext uri="{FF2B5EF4-FFF2-40B4-BE49-F238E27FC236}">
                        <a16:creationId xmlns:a16="http://schemas.microsoft.com/office/drawing/2014/main" id="{874ADA8F-714C-46C0-9BDB-9A2C2D885362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68" name="直接连接符 1267">
                      <a:extLst>
                        <a:ext uri="{FF2B5EF4-FFF2-40B4-BE49-F238E27FC236}">
                          <a16:creationId xmlns:a16="http://schemas.microsoft.com/office/drawing/2014/main" id="{ACCA39C0-05BF-41AB-97EE-095BCE1F09E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9" name="连接符: 曲线 1268">
                      <a:extLst>
                        <a:ext uri="{FF2B5EF4-FFF2-40B4-BE49-F238E27FC236}">
                          <a16:creationId xmlns:a16="http://schemas.microsoft.com/office/drawing/2014/main" id="{0B5C9BD5-60C7-4DF2-A591-7348697182B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0" name="连接符: 曲线 1269">
                      <a:extLst>
                        <a:ext uri="{FF2B5EF4-FFF2-40B4-BE49-F238E27FC236}">
                          <a16:creationId xmlns:a16="http://schemas.microsoft.com/office/drawing/2014/main" id="{A370BBA9-277F-4596-84CF-2B0FD3D252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66" name="矩形 1265">
                    <a:extLst>
                      <a:ext uri="{FF2B5EF4-FFF2-40B4-BE49-F238E27FC236}">
                        <a16:creationId xmlns:a16="http://schemas.microsoft.com/office/drawing/2014/main" id="{CE931BFC-DEEE-4143-95AF-FEC544E9ADD2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67" name="矩形 1266">
                    <a:extLst>
                      <a:ext uri="{FF2B5EF4-FFF2-40B4-BE49-F238E27FC236}">
                        <a16:creationId xmlns:a16="http://schemas.microsoft.com/office/drawing/2014/main" id="{D3FDC188-5CE6-4081-8D1A-B6EBC71282B1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18" name="连接符: 曲线 817">
                  <a:extLst>
                    <a:ext uri="{FF2B5EF4-FFF2-40B4-BE49-F238E27FC236}">
                      <a16:creationId xmlns:a16="http://schemas.microsoft.com/office/drawing/2014/main" id="{6DD323E4-CBDB-4DCE-A80D-D6BC97260E1E}"/>
                    </a:ext>
                  </a:extLst>
                </p:cNvPr>
                <p:cNvCxnSpPr>
                  <a:stCxn id="1284" idx="2"/>
                  <a:endCxn id="1260" idx="2"/>
                </p:cNvCxnSpPr>
                <p:nvPr/>
              </p:nvCxnSpPr>
              <p:spPr>
                <a:xfrm>
                  <a:off x="4359918" y="801827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9" name="连接符: 曲线 818">
                  <a:extLst>
                    <a:ext uri="{FF2B5EF4-FFF2-40B4-BE49-F238E27FC236}">
                      <a16:creationId xmlns:a16="http://schemas.microsoft.com/office/drawing/2014/main" id="{6601A6E2-3A9A-431A-AA44-D5B5852F31F9}"/>
                    </a:ext>
                  </a:extLst>
                </p:cNvPr>
                <p:cNvCxnSpPr>
                  <a:stCxn id="1273" idx="2"/>
                  <a:endCxn id="1262" idx="2"/>
                </p:cNvCxnSpPr>
                <p:nvPr/>
              </p:nvCxnSpPr>
              <p:spPr>
                <a:xfrm flipV="1">
                  <a:off x="4361634" y="1584225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20" name="组合 819">
                  <a:extLst>
                    <a:ext uri="{FF2B5EF4-FFF2-40B4-BE49-F238E27FC236}">
                      <a16:creationId xmlns:a16="http://schemas.microsoft.com/office/drawing/2014/main" id="{D9194A1B-3B6D-46F1-A2C7-1397BFA0FC1E}"/>
                    </a:ext>
                  </a:extLst>
                </p:cNvPr>
                <p:cNvGrpSpPr/>
                <p:nvPr/>
              </p:nvGrpSpPr>
              <p:grpSpPr>
                <a:xfrm>
                  <a:off x="3638170" y="2360569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49" name="梯形 1248">
                    <a:extLst>
                      <a:ext uri="{FF2B5EF4-FFF2-40B4-BE49-F238E27FC236}">
                        <a16:creationId xmlns:a16="http://schemas.microsoft.com/office/drawing/2014/main" id="{2B49A2CC-ECC2-42EB-9151-8127AB7497A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50" name="直接连接符 1249">
                    <a:extLst>
                      <a:ext uri="{FF2B5EF4-FFF2-40B4-BE49-F238E27FC236}">
                        <a16:creationId xmlns:a16="http://schemas.microsoft.com/office/drawing/2014/main" id="{D7247B74-1FD7-44FD-9BD4-79756C10B8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1" name="梯形 1250">
                    <a:extLst>
                      <a:ext uri="{FF2B5EF4-FFF2-40B4-BE49-F238E27FC236}">
                        <a16:creationId xmlns:a16="http://schemas.microsoft.com/office/drawing/2014/main" id="{74DBFF5F-2C33-494F-AD09-BC7E50AA7E8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52" name="连接符: 曲线 1251">
                    <a:extLst>
                      <a:ext uri="{FF2B5EF4-FFF2-40B4-BE49-F238E27FC236}">
                        <a16:creationId xmlns:a16="http://schemas.microsoft.com/office/drawing/2014/main" id="{7DFCA401-BEB8-4B2F-BB0F-402BE720748C}"/>
                      </a:ext>
                    </a:extLst>
                  </p:cNvPr>
                  <p:cNvCxnSpPr>
                    <a:stCxn id="1249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3" name="连接符: 曲线 1252">
                    <a:extLst>
                      <a:ext uri="{FF2B5EF4-FFF2-40B4-BE49-F238E27FC236}">
                        <a16:creationId xmlns:a16="http://schemas.microsoft.com/office/drawing/2014/main" id="{41111EF7-7737-4101-BC7E-CB53B79F08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54" name="组合 1253">
                    <a:extLst>
                      <a:ext uri="{FF2B5EF4-FFF2-40B4-BE49-F238E27FC236}">
                        <a16:creationId xmlns:a16="http://schemas.microsoft.com/office/drawing/2014/main" id="{8BEBB951-CF7A-461A-AA4D-40C70E5CA1F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57" name="直接连接符 1256">
                      <a:extLst>
                        <a:ext uri="{FF2B5EF4-FFF2-40B4-BE49-F238E27FC236}">
                          <a16:creationId xmlns:a16="http://schemas.microsoft.com/office/drawing/2014/main" id="{9D99E5BA-F093-48B0-AD9D-34721E57F7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8" name="连接符: 曲线 1257">
                      <a:extLst>
                        <a:ext uri="{FF2B5EF4-FFF2-40B4-BE49-F238E27FC236}">
                          <a16:creationId xmlns:a16="http://schemas.microsoft.com/office/drawing/2014/main" id="{20AD88D7-E033-4B8D-BE36-F714BBF8BE7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9" name="连接符: 曲线 1258">
                      <a:extLst>
                        <a:ext uri="{FF2B5EF4-FFF2-40B4-BE49-F238E27FC236}">
                          <a16:creationId xmlns:a16="http://schemas.microsoft.com/office/drawing/2014/main" id="{976FFFD6-D78E-4A87-A4FC-87FEFD7FBFF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55" name="矩形 1254">
                    <a:extLst>
                      <a:ext uri="{FF2B5EF4-FFF2-40B4-BE49-F238E27FC236}">
                        <a16:creationId xmlns:a16="http://schemas.microsoft.com/office/drawing/2014/main" id="{DF199E87-58C9-4CD7-B901-258C053F854B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56" name="矩形 1255">
                    <a:extLst>
                      <a:ext uri="{FF2B5EF4-FFF2-40B4-BE49-F238E27FC236}">
                        <a16:creationId xmlns:a16="http://schemas.microsoft.com/office/drawing/2014/main" id="{3BC47CCC-68C6-4363-8600-73630646244D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21" name="组合 820">
                  <a:extLst>
                    <a:ext uri="{FF2B5EF4-FFF2-40B4-BE49-F238E27FC236}">
                      <a16:creationId xmlns:a16="http://schemas.microsoft.com/office/drawing/2014/main" id="{792F497B-8951-4EC9-88C5-E33FA2CAA1CD}"/>
                    </a:ext>
                  </a:extLst>
                </p:cNvPr>
                <p:cNvGrpSpPr/>
                <p:nvPr/>
              </p:nvGrpSpPr>
              <p:grpSpPr>
                <a:xfrm rot="5400000">
                  <a:off x="4168673" y="1957010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38" name="梯形 1237">
                    <a:extLst>
                      <a:ext uri="{FF2B5EF4-FFF2-40B4-BE49-F238E27FC236}">
                        <a16:creationId xmlns:a16="http://schemas.microsoft.com/office/drawing/2014/main" id="{260E0A23-F866-42C8-9FA1-A1B54BFA06F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39" name="直接连接符 1238">
                    <a:extLst>
                      <a:ext uri="{FF2B5EF4-FFF2-40B4-BE49-F238E27FC236}">
                        <a16:creationId xmlns:a16="http://schemas.microsoft.com/office/drawing/2014/main" id="{7AE3AB20-D268-4947-BE2C-AD30285EEA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0" name="梯形 1239">
                    <a:extLst>
                      <a:ext uri="{FF2B5EF4-FFF2-40B4-BE49-F238E27FC236}">
                        <a16:creationId xmlns:a16="http://schemas.microsoft.com/office/drawing/2014/main" id="{BD9260CB-3F42-4544-8698-440417322A6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41" name="连接符: 曲线 1240">
                    <a:extLst>
                      <a:ext uri="{FF2B5EF4-FFF2-40B4-BE49-F238E27FC236}">
                        <a16:creationId xmlns:a16="http://schemas.microsoft.com/office/drawing/2014/main" id="{6A4F7D19-0E6A-4239-BA79-55D05A33E963}"/>
                      </a:ext>
                    </a:extLst>
                  </p:cNvPr>
                  <p:cNvCxnSpPr>
                    <a:stCxn id="1238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2" name="连接符: 曲线 1241">
                    <a:extLst>
                      <a:ext uri="{FF2B5EF4-FFF2-40B4-BE49-F238E27FC236}">
                        <a16:creationId xmlns:a16="http://schemas.microsoft.com/office/drawing/2014/main" id="{ACF8C508-7E4F-45EA-845C-2C720C014D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43" name="组合 1242">
                    <a:extLst>
                      <a:ext uri="{FF2B5EF4-FFF2-40B4-BE49-F238E27FC236}">
                        <a16:creationId xmlns:a16="http://schemas.microsoft.com/office/drawing/2014/main" id="{CCFF2C9B-1954-4E01-8365-CF97E915DA8C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46" name="直接连接符 1245">
                      <a:extLst>
                        <a:ext uri="{FF2B5EF4-FFF2-40B4-BE49-F238E27FC236}">
                          <a16:creationId xmlns:a16="http://schemas.microsoft.com/office/drawing/2014/main" id="{21553A2A-3795-4491-AAD3-2326B68F01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7" name="连接符: 曲线 1246">
                      <a:extLst>
                        <a:ext uri="{FF2B5EF4-FFF2-40B4-BE49-F238E27FC236}">
                          <a16:creationId xmlns:a16="http://schemas.microsoft.com/office/drawing/2014/main" id="{80B2B8CF-8F95-48A2-AAD5-D027DC8EA2F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8" name="连接符: 曲线 1247">
                      <a:extLst>
                        <a:ext uri="{FF2B5EF4-FFF2-40B4-BE49-F238E27FC236}">
                          <a16:creationId xmlns:a16="http://schemas.microsoft.com/office/drawing/2014/main" id="{76F5B238-9A80-4B6C-AFAA-D34973FB40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44" name="矩形 1243">
                    <a:extLst>
                      <a:ext uri="{FF2B5EF4-FFF2-40B4-BE49-F238E27FC236}">
                        <a16:creationId xmlns:a16="http://schemas.microsoft.com/office/drawing/2014/main" id="{A359A4B0-B53B-44D5-8622-485104B4C21C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45" name="矩形 1244">
                    <a:extLst>
                      <a:ext uri="{FF2B5EF4-FFF2-40B4-BE49-F238E27FC236}">
                        <a16:creationId xmlns:a16="http://schemas.microsoft.com/office/drawing/2014/main" id="{F8E5A86F-6C74-4980-B172-42B9252842D0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22" name="组合 821">
                  <a:extLst>
                    <a:ext uri="{FF2B5EF4-FFF2-40B4-BE49-F238E27FC236}">
                      <a16:creationId xmlns:a16="http://schemas.microsoft.com/office/drawing/2014/main" id="{C95DC1BA-F108-4A86-93D4-DFA72D4D2942}"/>
                    </a:ext>
                  </a:extLst>
                </p:cNvPr>
                <p:cNvGrpSpPr/>
                <p:nvPr/>
              </p:nvGrpSpPr>
              <p:grpSpPr>
                <a:xfrm>
                  <a:off x="3638170" y="317368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27" name="梯形 1226">
                    <a:extLst>
                      <a:ext uri="{FF2B5EF4-FFF2-40B4-BE49-F238E27FC236}">
                        <a16:creationId xmlns:a16="http://schemas.microsoft.com/office/drawing/2014/main" id="{D04F87BC-81CB-418E-968F-C8573B283A5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28" name="直接连接符 1227">
                    <a:extLst>
                      <a:ext uri="{FF2B5EF4-FFF2-40B4-BE49-F238E27FC236}">
                        <a16:creationId xmlns:a16="http://schemas.microsoft.com/office/drawing/2014/main" id="{6592E0CE-149F-4132-9D85-A023B95D67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9" name="梯形 1228">
                    <a:extLst>
                      <a:ext uri="{FF2B5EF4-FFF2-40B4-BE49-F238E27FC236}">
                        <a16:creationId xmlns:a16="http://schemas.microsoft.com/office/drawing/2014/main" id="{5AD1CE71-A487-4E25-8D0D-F9493CD2008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30" name="连接符: 曲线 1229">
                    <a:extLst>
                      <a:ext uri="{FF2B5EF4-FFF2-40B4-BE49-F238E27FC236}">
                        <a16:creationId xmlns:a16="http://schemas.microsoft.com/office/drawing/2014/main" id="{10BEEEA8-8F05-4F11-9AF4-E19C99E398A2}"/>
                      </a:ext>
                    </a:extLst>
                  </p:cNvPr>
                  <p:cNvCxnSpPr>
                    <a:stCxn id="1227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1" name="连接符: 曲线 1230">
                    <a:extLst>
                      <a:ext uri="{FF2B5EF4-FFF2-40B4-BE49-F238E27FC236}">
                        <a16:creationId xmlns:a16="http://schemas.microsoft.com/office/drawing/2014/main" id="{4330A30A-1E8C-488B-98F8-A81AE0CDAE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32" name="组合 1231">
                    <a:extLst>
                      <a:ext uri="{FF2B5EF4-FFF2-40B4-BE49-F238E27FC236}">
                        <a16:creationId xmlns:a16="http://schemas.microsoft.com/office/drawing/2014/main" id="{0BE3C98C-8762-461B-AEEB-CC8ED4E979F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35" name="直接连接符 1234">
                      <a:extLst>
                        <a:ext uri="{FF2B5EF4-FFF2-40B4-BE49-F238E27FC236}">
                          <a16:creationId xmlns:a16="http://schemas.microsoft.com/office/drawing/2014/main" id="{63E02D2C-DCEB-4950-AD5E-5F26094D7B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6" name="连接符: 曲线 1235">
                      <a:extLst>
                        <a:ext uri="{FF2B5EF4-FFF2-40B4-BE49-F238E27FC236}">
                          <a16:creationId xmlns:a16="http://schemas.microsoft.com/office/drawing/2014/main" id="{2AB2DA0D-86A1-45D6-8F38-C1A26F73AF7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7" name="连接符: 曲线 1236">
                      <a:extLst>
                        <a:ext uri="{FF2B5EF4-FFF2-40B4-BE49-F238E27FC236}">
                          <a16:creationId xmlns:a16="http://schemas.microsoft.com/office/drawing/2014/main" id="{E1DCE54E-7215-4A4C-A591-7D2EB04C2D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33" name="矩形 1232">
                    <a:extLst>
                      <a:ext uri="{FF2B5EF4-FFF2-40B4-BE49-F238E27FC236}">
                        <a16:creationId xmlns:a16="http://schemas.microsoft.com/office/drawing/2014/main" id="{4E53F9AF-A490-4C29-BCEB-3CDFA66F61DE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34" name="矩形 1233">
                    <a:extLst>
                      <a:ext uri="{FF2B5EF4-FFF2-40B4-BE49-F238E27FC236}">
                        <a16:creationId xmlns:a16="http://schemas.microsoft.com/office/drawing/2014/main" id="{45E7AAD1-8C4E-4AC1-8E5F-05F238F3C1A2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23" name="组合 822">
                  <a:extLst>
                    <a:ext uri="{FF2B5EF4-FFF2-40B4-BE49-F238E27FC236}">
                      <a16:creationId xmlns:a16="http://schemas.microsoft.com/office/drawing/2014/main" id="{54EBD619-DB90-41E9-997F-C403725E59B9}"/>
                    </a:ext>
                  </a:extLst>
                </p:cNvPr>
                <p:cNvGrpSpPr/>
                <p:nvPr/>
              </p:nvGrpSpPr>
              <p:grpSpPr>
                <a:xfrm rot="5400000">
                  <a:off x="4168673" y="2770128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16" name="梯形 1215">
                    <a:extLst>
                      <a:ext uri="{FF2B5EF4-FFF2-40B4-BE49-F238E27FC236}">
                        <a16:creationId xmlns:a16="http://schemas.microsoft.com/office/drawing/2014/main" id="{2B408DF5-9A5A-47A5-923D-3FB711F3B58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17" name="直接连接符 1216">
                    <a:extLst>
                      <a:ext uri="{FF2B5EF4-FFF2-40B4-BE49-F238E27FC236}">
                        <a16:creationId xmlns:a16="http://schemas.microsoft.com/office/drawing/2014/main" id="{05091E28-9A39-4CA9-971E-3CD4DA6940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18" name="梯形 1217">
                    <a:extLst>
                      <a:ext uri="{FF2B5EF4-FFF2-40B4-BE49-F238E27FC236}">
                        <a16:creationId xmlns:a16="http://schemas.microsoft.com/office/drawing/2014/main" id="{8B3F0645-CCE8-40C5-BE51-97AB498AC79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19" name="连接符: 曲线 1218">
                    <a:extLst>
                      <a:ext uri="{FF2B5EF4-FFF2-40B4-BE49-F238E27FC236}">
                        <a16:creationId xmlns:a16="http://schemas.microsoft.com/office/drawing/2014/main" id="{125B462C-676C-472F-849A-A411BF8BB90F}"/>
                      </a:ext>
                    </a:extLst>
                  </p:cNvPr>
                  <p:cNvCxnSpPr>
                    <a:stCxn id="1216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0" name="连接符: 曲线 1219">
                    <a:extLst>
                      <a:ext uri="{FF2B5EF4-FFF2-40B4-BE49-F238E27FC236}">
                        <a16:creationId xmlns:a16="http://schemas.microsoft.com/office/drawing/2014/main" id="{A41EFDD1-9625-44C1-BB0D-84C46931F1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21" name="组合 1220">
                    <a:extLst>
                      <a:ext uri="{FF2B5EF4-FFF2-40B4-BE49-F238E27FC236}">
                        <a16:creationId xmlns:a16="http://schemas.microsoft.com/office/drawing/2014/main" id="{D2EB6A83-C74B-4DD1-8D38-700E8417849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24" name="直接连接符 1223">
                      <a:extLst>
                        <a:ext uri="{FF2B5EF4-FFF2-40B4-BE49-F238E27FC236}">
                          <a16:creationId xmlns:a16="http://schemas.microsoft.com/office/drawing/2014/main" id="{26EEB1A7-21B8-4869-A62A-678CDD6D50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5" name="连接符: 曲线 1224">
                      <a:extLst>
                        <a:ext uri="{FF2B5EF4-FFF2-40B4-BE49-F238E27FC236}">
                          <a16:creationId xmlns:a16="http://schemas.microsoft.com/office/drawing/2014/main" id="{EBD2D5C6-0321-4C2F-A260-8C4B23A96C8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6" name="连接符: 曲线 1225">
                      <a:extLst>
                        <a:ext uri="{FF2B5EF4-FFF2-40B4-BE49-F238E27FC236}">
                          <a16:creationId xmlns:a16="http://schemas.microsoft.com/office/drawing/2014/main" id="{F3BC2E7D-BF87-4014-97C4-2E9489C99B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22" name="矩形 1221">
                    <a:extLst>
                      <a:ext uri="{FF2B5EF4-FFF2-40B4-BE49-F238E27FC236}">
                        <a16:creationId xmlns:a16="http://schemas.microsoft.com/office/drawing/2014/main" id="{B53666E3-77CF-43A4-8064-9A37DFDD3239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23" name="矩形 1222">
                    <a:extLst>
                      <a:ext uri="{FF2B5EF4-FFF2-40B4-BE49-F238E27FC236}">
                        <a16:creationId xmlns:a16="http://schemas.microsoft.com/office/drawing/2014/main" id="{1468B2D2-3FAF-4CAE-8E6A-8E4A23FA1809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24" name="组合 823">
                  <a:extLst>
                    <a:ext uri="{FF2B5EF4-FFF2-40B4-BE49-F238E27FC236}">
                      <a16:creationId xmlns:a16="http://schemas.microsoft.com/office/drawing/2014/main" id="{6A817929-1A9D-4BFA-8BC1-38C569707AD1}"/>
                    </a:ext>
                  </a:extLst>
                </p:cNvPr>
                <p:cNvGrpSpPr/>
                <p:nvPr/>
              </p:nvGrpSpPr>
              <p:grpSpPr>
                <a:xfrm>
                  <a:off x="3638170" y="399489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205" name="梯形 1204">
                    <a:extLst>
                      <a:ext uri="{FF2B5EF4-FFF2-40B4-BE49-F238E27FC236}">
                        <a16:creationId xmlns:a16="http://schemas.microsoft.com/office/drawing/2014/main" id="{52ECFE85-DADB-4938-BE25-1AAE050F98A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06" name="直接连接符 1205">
                    <a:extLst>
                      <a:ext uri="{FF2B5EF4-FFF2-40B4-BE49-F238E27FC236}">
                        <a16:creationId xmlns:a16="http://schemas.microsoft.com/office/drawing/2014/main" id="{2C7CF7EA-5C4C-4E7C-AE1D-62687D9E31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7" name="梯形 1206">
                    <a:extLst>
                      <a:ext uri="{FF2B5EF4-FFF2-40B4-BE49-F238E27FC236}">
                        <a16:creationId xmlns:a16="http://schemas.microsoft.com/office/drawing/2014/main" id="{EDC95CB2-61F9-4E9E-80B6-F6ED3856F95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08" name="连接符: 曲线 1207">
                    <a:extLst>
                      <a:ext uri="{FF2B5EF4-FFF2-40B4-BE49-F238E27FC236}">
                        <a16:creationId xmlns:a16="http://schemas.microsoft.com/office/drawing/2014/main" id="{D52F7A0B-BC2D-4229-984A-96A6F3E23FB1}"/>
                      </a:ext>
                    </a:extLst>
                  </p:cNvPr>
                  <p:cNvCxnSpPr>
                    <a:stCxn id="1205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09" name="连接符: 曲线 1208">
                    <a:extLst>
                      <a:ext uri="{FF2B5EF4-FFF2-40B4-BE49-F238E27FC236}">
                        <a16:creationId xmlns:a16="http://schemas.microsoft.com/office/drawing/2014/main" id="{D2A1D5CB-A08F-49EA-BBB2-44EB8C85B8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10" name="组合 1209">
                    <a:extLst>
                      <a:ext uri="{FF2B5EF4-FFF2-40B4-BE49-F238E27FC236}">
                        <a16:creationId xmlns:a16="http://schemas.microsoft.com/office/drawing/2014/main" id="{2BD3C8D7-DC24-4B04-A5D3-261A635BCAD6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13" name="直接连接符 1212">
                      <a:extLst>
                        <a:ext uri="{FF2B5EF4-FFF2-40B4-BE49-F238E27FC236}">
                          <a16:creationId xmlns:a16="http://schemas.microsoft.com/office/drawing/2014/main" id="{90B08D17-4DC3-4F1D-AB9E-92F1E9E549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4" name="连接符: 曲线 1213">
                      <a:extLst>
                        <a:ext uri="{FF2B5EF4-FFF2-40B4-BE49-F238E27FC236}">
                          <a16:creationId xmlns:a16="http://schemas.microsoft.com/office/drawing/2014/main" id="{689B9B7A-6D7A-4EBE-A80D-09493C8F0BB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5" name="连接符: 曲线 1214">
                      <a:extLst>
                        <a:ext uri="{FF2B5EF4-FFF2-40B4-BE49-F238E27FC236}">
                          <a16:creationId xmlns:a16="http://schemas.microsoft.com/office/drawing/2014/main" id="{BCF0BBC3-4942-49B3-9CBD-B2131E4CEF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11" name="矩形 1210">
                    <a:extLst>
                      <a:ext uri="{FF2B5EF4-FFF2-40B4-BE49-F238E27FC236}">
                        <a16:creationId xmlns:a16="http://schemas.microsoft.com/office/drawing/2014/main" id="{BF3450F7-2240-45DC-B9AB-CC5A747BDAA2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12" name="矩形 1211">
                    <a:extLst>
                      <a:ext uri="{FF2B5EF4-FFF2-40B4-BE49-F238E27FC236}">
                        <a16:creationId xmlns:a16="http://schemas.microsoft.com/office/drawing/2014/main" id="{4FB419EB-FE35-4F41-B226-DAB6B4F7FB91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25" name="组合 824">
                  <a:extLst>
                    <a:ext uri="{FF2B5EF4-FFF2-40B4-BE49-F238E27FC236}">
                      <a16:creationId xmlns:a16="http://schemas.microsoft.com/office/drawing/2014/main" id="{7765C883-39F8-4DFC-BEA3-381B0CC2723E}"/>
                    </a:ext>
                  </a:extLst>
                </p:cNvPr>
                <p:cNvGrpSpPr/>
                <p:nvPr/>
              </p:nvGrpSpPr>
              <p:grpSpPr>
                <a:xfrm rot="5400000">
                  <a:off x="4168673" y="3591332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94" name="梯形 1193">
                    <a:extLst>
                      <a:ext uri="{FF2B5EF4-FFF2-40B4-BE49-F238E27FC236}">
                        <a16:creationId xmlns:a16="http://schemas.microsoft.com/office/drawing/2014/main" id="{32C6D85E-A6DC-4003-8BD2-EEE9B4D582D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95" name="直接连接符 1194">
                    <a:extLst>
                      <a:ext uri="{FF2B5EF4-FFF2-40B4-BE49-F238E27FC236}">
                        <a16:creationId xmlns:a16="http://schemas.microsoft.com/office/drawing/2014/main" id="{C8E12062-940E-4E4A-A321-2C6294A9F3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96" name="梯形 1195">
                    <a:extLst>
                      <a:ext uri="{FF2B5EF4-FFF2-40B4-BE49-F238E27FC236}">
                        <a16:creationId xmlns:a16="http://schemas.microsoft.com/office/drawing/2014/main" id="{0C06A5C9-B6FC-44B9-9308-57A77E1ABE4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97" name="连接符: 曲线 1196">
                    <a:extLst>
                      <a:ext uri="{FF2B5EF4-FFF2-40B4-BE49-F238E27FC236}">
                        <a16:creationId xmlns:a16="http://schemas.microsoft.com/office/drawing/2014/main" id="{63077808-9B69-4581-A18B-EB68041E62EB}"/>
                      </a:ext>
                    </a:extLst>
                  </p:cNvPr>
                  <p:cNvCxnSpPr>
                    <a:stCxn id="1194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8" name="连接符: 曲线 1197">
                    <a:extLst>
                      <a:ext uri="{FF2B5EF4-FFF2-40B4-BE49-F238E27FC236}">
                        <a16:creationId xmlns:a16="http://schemas.microsoft.com/office/drawing/2014/main" id="{A4A0E8C4-B2F4-4B23-B71E-F3D18CF9CF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99" name="组合 1198">
                    <a:extLst>
                      <a:ext uri="{FF2B5EF4-FFF2-40B4-BE49-F238E27FC236}">
                        <a16:creationId xmlns:a16="http://schemas.microsoft.com/office/drawing/2014/main" id="{DEFEC90A-D84C-43F9-B699-668F4F4F7F5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202" name="直接连接符 1201">
                      <a:extLst>
                        <a:ext uri="{FF2B5EF4-FFF2-40B4-BE49-F238E27FC236}">
                          <a16:creationId xmlns:a16="http://schemas.microsoft.com/office/drawing/2014/main" id="{C5CDC3C6-2036-4B61-9E13-688519D12F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3" name="连接符: 曲线 1202">
                      <a:extLst>
                        <a:ext uri="{FF2B5EF4-FFF2-40B4-BE49-F238E27FC236}">
                          <a16:creationId xmlns:a16="http://schemas.microsoft.com/office/drawing/2014/main" id="{13033CAA-CCC3-4CEC-A82A-9B4DEDD82B3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4" name="连接符: 曲线 1203">
                      <a:extLst>
                        <a:ext uri="{FF2B5EF4-FFF2-40B4-BE49-F238E27FC236}">
                          <a16:creationId xmlns:a16="http://schemas.microsoft.com/office/drawing/2014/main" id="{B5DC2FA8-E796-47E0-816D-1AC49054C8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00" name="矩形 1199">
                    <a:extLst>
                      <a:ext uri="{FF2B5EF4-FFF2-40B4-BE49-F238E27FC236}">
                        <a16:creationId xmlns:a16="http://schemas.microsoft.com/office/drawing/2014/main" id="{06E6D18D-DE69-4FA6-BF0E-09ACC4056EF8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01" name="矩形 1200">
                    <a:extLst>
                      <a:ext uri="{FF2B5EF4-FFF2-40B4-BE49-F238E27FC236}">
                        <a16:creationId xmlns:a16="http://schemas.microsoft.com/office/drawing/2014/main" id="{4DECE807-B353-4668-82E2-1ECE5E335653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26" name="连接符: 曲线 825">
                  <a:extLst>
                    <a:ext uri="{FF2B5EF4-FFF2-40B4-BE49-F238E27FC236}">
                      <a16:creationId xmlns:a16="http://schemas.microsoft.com/office/drawing/2014/main" id="{FBECFB2C-DFF9-4343-B077-3E6E2704843F}"/>
                    </a:ext>
                  </a:extLst>
                </p:cNvPr>
                <p:cNvCxnSpPr/>
                <p:nvPr/>
              </p:nvCxnSpPr>
              <p:spPr>
                <a:xfrm>
                  <a:off x="4363513" y="1626066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7" name="连接符: 曲线 826">
                  <a:extLst>
                    <a:ext uri="{FF2B5EF4-FFF2-40B4-BE49-F238E27FC236}">
                      <a16:creationId xmlns:a16="http://schemas.microsoft.com/office/drawing/2014/main" id="{D6B8B7F0-52EC-444D-B46B-405A7992C9AA}"/>
                    </a:ext>
                  </a:extLst>
                </p:cNvPr>
                <p:cNvCxnSpPr/>
                <p:nvPr/>
              </p:nvCxnSpPr>
              <p:spPr>
                <a:xfrm>
                  <a:off x="4362768" y="2440640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8" name="连接符: 曲线 827">
                  <a:extLst>
                    <a:ext uri="{FF2B5EF4-FFF2-40B4-BE49-F238E27FC236}">
                      <a16:creationId xmlns:a16="http://schemas.microsoft.com/office/drawing/2014/main" id="{2D61FB69-DF73-4F58-AC8D-C3B66FA369A7}"/>
                    </a:ext>
                  </a:extLst>
                </p:cNvPr>
                <p:cNvCxnSpPr/>
                <p:nvPr/>
              </p:nvCxnSpPr>
              <p:spPr>
                <a:xfrm flipV="1">
                  <a:off x="4357814" y="2407107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9" name="连接符: 曲线 828">
                  <a:extLst>
                    <a:ext uri="{FF2B5EF4-FFF2-40B4-BE49-F238E27FC236}">
                      <a16:creationId xmlns:a16="http://schemas.microsoft.com/office/drawing/2014/main" id="{5F204856-3DF7-448F-BA5F-1CA4468C79A9}"/>
                    </a:ext>
                  </a:extLst>
                </p:cNvPr>
                <p:cNvCxnSpPr/>
                <p:nvPr/>
              </p:nvCxnSpPr>
              <p:spPr>
                <a:xfrm>
                  <a:off x="4366090" y="3260308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0" name="连接符: 曲线 829">
                  <a:extLst>
                    <a:ext uri="{FF2B5EF4-FFF2-40B4-BE49-F238E27FC236}">
                      <a16:creationId xmlns:a16="http://schemas.microsoft.com/office/drawing/2014/main" id="{C39FC7EA-2551-4EF8-AD3E-DB1EDBA52CE5}"/>
                    </a:ext>
                  </a:extLst>
                </p:cNvPr>
                <p:cNvCxnSpPr/>
                <p:nvPr/>
              </p:nvCxnSpPr>
              <p:spPr>
                <a:xfrm flipV="1">
                  <a:off x="4361136" y="3226775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1" name="连接符: 曲线 830">
                  <a:extLst>
                    <a:ext uri="{FF2B5EF4-FFF2-40B4-BE49-F238E27FC236}">
                      <a16:creationId xmlns:a16="http://schemas.microsoft.com/office/drawing/2014/main" id="{F3D30C64-3648-492E-BFDB-E74DFBC97E6F}"/>
                    </a:ext>
                  </a:extLst>
                </p:cNvPr>
                <p:cNvCxnSpPr/>
                <p:nvPr/>
              </p:nvCxnSpPr>
              <p:spPr>
                <a:xfrm flipV="1">
                  <a:off x="4355550" y="4041081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2" name="连接符: 曲线 831">
                  <a:extLst>
                    <a:ext uri="{FF2B5EF4-FFF2-40B4-BE49-F238E27FC236}">
                      <a16:creationId xmlns:a16="http://schemas.microsoft.com/office/drawing/2014/main" id="{AFD9E22D-F249-43A6-96B9-6F975A370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64729" y="799198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3" name="连接符: 曲线 832">
                  <a:extLst>
                    <a:ext uri="{FF2B5EF4-FFF2-40B4-BE49-F238E27FC236}">
                      <a16:creationId xmlns:a16="http://schemas.microsoft.com/office/drawing/2014/main" id="{D67F0B21-0CD5-4B47-9988-E0A749A6F5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66445" y="1581596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4" name="连接符: 曲线 833">
                  <a:extLst>
                    <a:ext uri="{FF2B5EF4-FFF2-40B4-BE49-F238E27FC236}">
                      <a16:creationId xmlns:a16="http://schemas.microsoft.com/office/drawing/2014/main" id="{34E06794-1D29-446D-BBF1-331A96EE7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68324" y="1623437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5" name="连接符: 曲线 834">
                  <a:extLst>
                    <a:ext uri="{FF2B5EF4-FFF2-40B4-BE49-F238E27FC236}">
                      <a16:creationId xmlns:a16="http://schemas.microsoft.com/office/drawing/2014/main" id="{96DE0278-209B-4DD7-B7B8-F993AF81A2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67579" y="2438011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6" name="连接符: 曲线 835">
                  <a:extLst>
                    <a:ext uri="{FF2B5EF4-FFF2-40B4-BE49-F238E27FC236}">
                      <a16:creationId xmlns:a16="http://schemas.microsoft.com/office/drawing/2014/main" id="{AF0BBBEC-D56D-4B84-A2AB-4D8744E8E9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62625" y="2404478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7" name="连接符: 曲线 836">
                  <a:extLst>
                    <a:ext uri="{FF2B5EF4-FFF2-40B4-BE49-F238E27FC236}">
                      <a16:creationId xmlns:a16="http://schemas.microsoft.com/office/drawing/2014/main" id="{E4F05DE0-C08D-453C-A4B8-340AEFCC5C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70901" y="3257679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8" name="连接符: 曲线 837">
                  <a:extLst>
                    <a:ext uri="{FF2B5EF4-FFF2-40B4-BE49-F238E27FC236}">
                      <a16:creationId xmlns:a16="http://schemas.microsoft.com/office/drawing/2014/main" id="{49D70DDD-CE6B-4A26-B670-5C167CE6E4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65947" y="3224146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9" name="连接符: 曲线 838">
                  <a:extLst>
                    <a:ext uri="{FF2B5EF4-FFF2-40B4-BE49-F238E27FC236}">
                      <a16:creationId xmlns:a16="http://schemas.microsoft.com/office/drawing/2014/main" id="{45F042CB-B91E-4699-A55A-F51446624B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60361" y="4038452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40" name="组合 839">
                  <a:extLst>
                    <a:ext uri="{FF2B5EF4-FFF2-40B4-BE49-F238E27FC236}">
                      <a16:creationId xmlns:a16="http://schemas.microsoft.com/office/drawing/2014/main" id="{C60C16A9-6C2A-45E1-A524-1184FB717E83}"/>
                    </a:ext>
                  </a:extLst>
                </p:cNvPr>
                <p:cNvGrpSpPr/>
                <p:nvPr/>
              </p:nvGrpSpPr>
              <p:grpSpPr>
                <a:xfrm>
                  <a:off x="4699495" y="72449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83" name="梯形 1182">
                    <a:extLst>
                      <a:ext uri="{FF2B5EF4-FFF2-40B4-BE49-F238E27FC236}">
                        <a16:creationId xmlns:a16="http://schemas.microsoft.com/office/drawing/2014/main" id="{C42613FB-16B4-4417-A51B-76EC21AD65A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84" name="直接连接符 1183">
                    <a:extLst>
                      <a:ext uri="{FF2B5EF4-FFF2-40B4-BE49-F238E27FC236}">
                        <a16:creationId xmlns:a16="http://schemas.microsoft.com/office/drawing/2014/main" id="{CC4CAEB4-9661-4199-B435-57D3A4EEE6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5" name="梯形 1184">
                    <a:extLst>
                      <a:ext uri="{FF2B5EF4-FFF2-40B4-BE49-F238E27FC236}">
                        <a16:creationId xmlns:a16="http://schemas.microsoft.com/office/drawing/2014/main" id="{C416C430-8153-40F3-A617-E4DEF6A8624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86" name="连接符: 曲线 1185">
                    <a:extLst>
                      <a:ext uri="{FF2B5EF4-FFF2-40B4-BE49-F238E27FC236}">
                        <a16:creationId xmlns:a16="http://schemas.microsoft.com/office/drawing/2014/main" id="{F0620A35-39B2-4DFD-809A-B8BE2FFBBA82}"/>
                      </a:ext>
                    </a:extLst>
                  </p:cNvPr>
                  <p:cNvCxnSpPr>
                    <a:stCxn id="1183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7" name="连接符: 曲线 1186">
                    <a:extLst>
                      <a:ext uri="{FF2B5EF4-FFF2-40B4-BE49-F238E27FC236}">
                        <a16:creationId xmlns:a16="http://schemas.microsoft.com/office/drawing/2014/main" id="{6ACC10BE-F62C-486D-9C37-99CE145DBA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88" name="组合 1187">
                    <a:extLst>
                      <a:ext uri="{FF2B5EF4-FFF2-40B4-BE49-F238E27FC236}">
                        <a16:creationId xmlns:a16="http://schemas.microsoft.com/office/drawing/2014/main" id="{DC5FB945-7E1E-4E25-BA67-A4DDEEC5D41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91" name="直接连接符 1190">
                      <a:extLst>
                        <a:ext uri="{FF2B5EF4-FFF2-40B4-BE49-F238E27FC236}">
                          <a16:creationId xmlns:a16="http://schemas.microsoft.com/office/drawing/2014/main" id="{9F118799-3368-4581-8AFE-08232FC5FB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2" name="连接符: 曲线 1191">
                      <a:extLst>
                        <a:ext uri="{FF2B5EF4-FFF2-40B4-BE49-F238E27FC236}">
                          <a16:creationId xmlns:a16="http://schemas.microsoft.com/office/drawing/2014/main" id="{5612DFB4-F4A9-4E9C-8CA2-F01D23C97A1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3" name="连接符: 曲线 1192">
                      <a:extLst>
                        <a:ext uri="{FF2B5EF4-FFF2-40B4-BE49-F238E27FC236}">
                          <a16:creationId xmlns:a16="http://schemas.microsoft.com/office/drawing/2014/main" id="{DC7D72B4-CD8A-4CC7-B36F-3A267BB471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89" name="矩形 1188">
                    <a:extLst>
                      <a:ext uri="{FF2B5EF4-FFF2-40B4-BE49-F238E27FC236}">
                        <a16:creationId xmlns:a16="http://schemas.microsoft.com/office/drawing/2014/main" id="{C57178BF-7ED6-46DD-97D3-6178B815CFA3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90" name="矩形 1189">
                    <a:extLst>
                      <a:ext uri="{FF2B5EF4-FFF2-40B4-BE49-F238E27FC236}">
                        <a16:creationId xmlns:a16="http://schemas.microsoft.com/office/drawing/2014/main" id="{CDDFC5E5-F5D9-44C0-81AB-886D2F0ED23E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41" name="组合 840">
                  <a:extLst>
                    <a:ext uri="{FF2B5EF4-FFF2-40B4-BE49-F238E27FC236}">
                      <a16:creationId xmlns:a16="http://schemas.microsoft.com/office/drawing/2014/main" id="{432D3C02-21BB-4637-8E48-AA2D4616DE20}"/>
                    </a:ext>
                  </a:extLst>
                </p:cNvPr>
                <p:cNvGrpSpPr/>
                <p:nvPr/>
              </p:nvGrpSpPr>
              <p:grpSpPr>
                <a:xfrm>
                  <a:off x="4701211" y="1538959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72" name="梯形 1171">
                    <a:extLst>
                      <a:ext uri="{FF2B5EF4-FFF2-40B4-BE49-F238E27FC236}">
                        <a16:creationId xmlns:a16="http://schemas.microsoft.com/office/drawing/2014/main" id="{AF8BC30C-E856-4BEE-B429-8329775689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73" name="直接连接符 1172">
                    <a:extLst>
                      <a:ext uri="{FF2B5EF4-FFF2-40B4-BE49-F238E27FC236}">
                        <a16:creationId xmlns:a16="http://schemas.microsoft.com/office/drawing/2014/main" id="{3FCA77D9-99C1-4C17-98FB-2C608E01FF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74" name="梯形 1173">
                    <a:extLst>
                      <a:ext uri="{FF2B5EF4-FFF2-40B4-BE49-F238E27FC236}">
                        <a16:creationId xmlns:a16="http://schemas.microsoft.com/office/drawing/2014/main" id="{3F5BF992-32C0-4EFC-9718-6AAD7960BBF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75" name="连接符: 曲线 1174">
                    <a:extLst>
                      <a:ext uri="{FF2B5EF4-FFF2-40B4-BE49-F238E27FC236}">
                        <a16:creationId xmlns:a16="http://schemas.microsoft.com/office/drawing/2014/main" id="{2D34443A-2262-4CE5-AF4A-5A6A011BDCA2}"/>
                      </a:ext>
                    </a:extLst>
                  </p:cNvPr>
                  <p:cNvCxnSpPr>
                    <a:stCxn id="1172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6" name="连接符: 曲线 1175">
                    <a:extLst>
                      <a:ext uri="{FF2B5EF4-FFF2-40B4-BE49-F238E27FC236}">
                        <a16:creationId xmlns:a16="http://schemas.microsoft.com/office/drawing/2014/main" id="{B194AB3F-53BF-4FD2-885E-2CB671E04E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77" name="组合 1176">
                    <a:extLst>
                      <a:ext uri="{FF2B5EF4-FFF2-40B4-BE49-F238E27FC236}">
                        <a16:creationId xmlns:a16="http://schemas.microsoft.com/office/drawing/2014/main" id="{C5B8532C-57BF-4652-9EE9-D42DBEF4BC76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80" name="直接连接符 1179">
                      <a:extLst>
                        <a:ext uri="{FF2B5EF4-FFF2-40B4-BE49-F238E27FC236}">
                          <a16:creationId xmlns:a16="http://schemas.microsoft.com/office/drawing/2014/main" id="{40A1FB5A-810A-45DB-8266-14CE60A2555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1" name="连接符: 曲线 1180">
                      <a:extLst>
                        <a:ext uri="{FF2B5EF4-FFF2-40B4-BE49-F238E27FC236}">
                          <a16:creationId xmlns:a16="http://schemas.microsoft.com/office/drawing/2014/main" id="{57A37994-45CA-477D-90EB-B464D782E5E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2" name="连接符: 曲线 1181">
                      <a:extLst>
                        <a:ext uri="{FF2B5EF4-FFF2-40B4-BE49-F238E27FC236}">
                          <a16:creationId xmlns:a16="http://schemas.microsoft.com/office/drawing/2014/main" id="{557D1B91-FA22-4285-BB8B-EF7C31DB2C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8" name="矩形 1177">
                    <a:extLst>
                      <a:ext uri="{FF2B5EF4-FFF2-40B4-BE49-F238E27FC236}">
                        <a16:creationId xmlns:a16="http://schemas.microsoft.com/office/drawing/2014/main" id="{F345E9FF-9E97-4800-8AC3-65AFCD3F43FB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79" name="矩形 1178">
                    <a:extLst>
                      <a:ext uri="{FF2B5EF4-FFF2-40B4-BE49-F238E27FC236}">
                        <a16:creationId xmlns:a16="http://schemas.microsoft.com/office/drawing/2014/main" id="{889E5F72-0C2A-4E96-A770-BE894B44005F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42" name="组合 841">
                  <a:extLst>
                    <a:ext uri="{FF2B5EF4-FFF2-40B4-BE49-F238E27FC236}">
                      <a16:creationId xmlns:a16="http://schemas.microsoft.com/office/drawing/2014/main" id="{E707C0F7-683D-4951-9D16-881EE2C4642F}"/>
                    </a:ext>
                  </a:extLst>
                </p:cNvPr>
                <p:cNvGrpSpPr/>
                <p:nvPr/>
              </p:nvGrpSpPr>
              <p:grpSpPr>
                <a:xfrm rot="5400000">
                  <a:off x="5231714" y="1135400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61" name="梯形 1160">
                    <a:extLst>
                      <a:ext uri="{FF2B5EF4-FFF2-40B4-BE49-F238E27FC236}">
                        <a16:creationId xmlns:a16="http://schemas.microsoft.com/office/drawing/2014/main" id="{0AB8BE0D-F4A8-41CD-BE44-57AEA5DC75D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62" name="直接连接符 1161">
                    <a:extLst>
                      <a:ext uri="{FF2B5EF4-FFF2-40B4-BE49-F238E27FC236}">
                        <a16:creationId xmlns:a16="http://schemas.microsoft.com/office/drawing/2014/main" id="{D02F5B8C-707C-46C0-AA4F-0B1012B275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3" name="梯形 1162">
                    <a:extLst>
                      <a:ext uri="{FF2B5EF4-FFF2-40B4-BE49-F238E27FC236}">
                        <a16:creationId xmlns:a16="http://schemas.microsoft.com/office/drawing/2014/main" id="{FD8E7623-D2EB-4E5C-BD3E-C2BA48CEC5B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64" name="连接符: 曲线 1163">
                    <a:extLst>
                      <a:ext uri="{FF2B5EF4-FFF2-40B4-BE49-F238E27FC236}">
                        <a16:creationId xmlns:a16="http://schemas.microsoft.com/office/drawing/2014/main" id="{24BC2B3A-B082-49FD-9D08-502FE9157EEC}"/>
                      </a:ext>
                    </a:extLst>
                  </p:cNvPr>
                  <p:cNvCxnSpPr>
                    <a:stCxn id="1161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5" name="连接符: 曲线 1164">
                    <a:extLst>
                      <a:ext uri="{FF2B5EF4-FFF2-40B4-BE49-F238E27FC236}">
                        <a16:creationId xmlns:a16="http://schemas.microsoft.com/office/drawing/2014/main" id="{7AA1C376-E31C-4CC7-8D01-3084077028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66" name="组合 1165">
                    <a:extLst>
                      <a:ext uri="{FF2B5EF4-FFF2-40B4-BE49-F238E27FC236}">
                        <a16:creationId xmlns:a16="http://schemas.microsoft.com/office/drawing/2014/main" id="{849F6C3F-733A-4FDE-A7D9-DA4656DC041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69" name="直接连接符 1168">
                      <a:extLst>
                        <a:ext uri="{FF2B5EF4-FFF2-40B4-BE49-F238E27FC236}">
                          <a16:creationId xmlns:a16="http://schemas.microsoft.com/office/drawing/2014/main" id="{3C30F091-207C-4B85-8146-6AF28A1B52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0" name="连接符: 曲线 1169">
                      <a:extLst>
                        <a:ext uri="{FF2B5EF4-FFF2-40B4-BE49-F238E27FC236}">
                          <a16:creationId xmlns:a16="http://schemas.microsoft.com/office/drawing/2014/main" id="{A61E15FB-2891-4784-ACA4-053E254BF2B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1" name="连接符: 曲线 1170">
                      <a:extLst>
                        <a:ext uri="{FF2B5EF4-FFF2-40B4-BE49-F238E27FC236}">
                          <a16:creationId xmlns:a16="http://schemas.microsoft.com/office/drawing/2014/main" id="{C9E5AEBB-A44C-423F-9CE8-EBAFCBE250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67" name="矩形 1166">
                    <a:extLst>
                      <a:ext uri="{FF2B5EF4-FFF2-40B4-BE49-F238E27FC236}">
                        <a16:creationId xmlns:a16="http://schemas.microsoft.com/office/drawing/2014/main" id="{B8742579-B231-471E-8006-9752666C1F1E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68" name="矩形 1167">
                    <a:extLst>
                      <a:ext uri="{FF2B5EF4-FFF2-40B4-BE49-F238E27FC236}">
                        <a16:creationId xmlns:a16="http://schemas.microsoft.com/office/drawing/2014/main" id="{3B687F7A-EDC7-40DC-A2B9-2F601BAA927E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43" name="连接符: 曲线 842">
                  <a:extLst>
                    <a:ext uri="{FF2B5EF4-FFF2-40B4-BE49-F238E27FC236}">
                      <a16:creationId xmlns:a16="http://schemas.microsoft.com/office/drawing/2014/main" id="{B4448AF7-A2C7-424B-8DDE-E1E4106CE58E}"/>
                    </a:ext>
                  </a:extLst>
                </p:cNvPr>
                <p:cNvCxnSpPr>
                  <a:stCxn id="1185" idx="2"/>
                  <a:endCxn id="1161" idx="2"/>
                </p:cNvCxnSpPr>
                <p:nvPr/>
              </p:nvCxnSpPr>
              <p:spPr>
                <a:xfrm>
                  <a:off x="5421187" y="805123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4" name="连接符: 曲线 843">
                  <a:extLst>
                    <a:ext uri="{FF2B5EF4-FFF2-40B4-BE49-F238E27FC236}">
                      <a16:creationId xmlns:a16="http://schemas.microsoft.com/office/drawing/2014/main" id="{44D4DD17-A6C9-4F1B-9F42-E185878F41C2}"/>
                    </a:ext>
                  </a:extLst>
                </p:cNvPr>
                <p:cNvCxnSpPr>
                  <a:stCxn id="1174" idx="2"/>
                  <a:endCxn id="1163" idx="2"/>
                </p:cNvCxnSpPr>
                <p:nvPr/>
              </p:nvCxnSpPr>
              <p:spPr>
                <a:xfrm flipV="1">
                  <a:off x="5422903" y="1587521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45" name="组合 844">
                  <a:extLst>
                    <a:ext uri="{FF2B5EF4-FFF2-40B4-BE49-F238E27FC236}">
                      <a16:creationId xmlns:a16="http://schemas.microsoft.com/office/drawing/2014/main" id="{D053FCF7-44D8-47D6-A7AF-2591F32C2BB0}"/>
                    </a:ext>
                  </a:extLst>
                </p:cNvPr>
                <p:cNvGrpSpPr/>
                <p:nvPr/>
              </p:nvGrpSpPr>
              <p:grpSpPr>
                <a:xfrm>
                  <a:off x="4699439" y="2363865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50" name="梯形 1149">
                    <a:extLst>
                      <a:ext uri="{FF2B5EF4-FFF2-40B4-BE49-F238E27FC236}">
                        <a16:creationId xmlns:a16="http://schemas.microsoft.com/office/drawing/2014/main" id="{64AFF6D1-869F-400C-BB38-336B66B4427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51" name="直接连接符 1150">
                    <a:extLst>
                      <a:ext uri="{FF2B5EF4-FFF2-40B4-BE49-F238E27FC236}">
                        <a16:creationId xmlns:a16="http://schemas.microsoft.com/office/drawing/2014/main" id="{B3E99597-F7AA-4BD7-8FA4-CBAD90F6A9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2" name="梯形 1151">
                    <a:extLst>
                      <a:ext uri="{FF2B5EF4-FFF2-40B4-BE49-F238E27FC236}">
                        <a16:creationId xmlns:a16="http://schemas.microsoft.com/office/drawing/2014/main" id="{2496FB4F-9B4A-4281-9936-0B0BD975FD6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53" name="连接符: 曲线 1152">
                    <a:extLst>
                      <a:ext uri="{FF2B5EF4-FFF2-40B4-BE49-F238E27FC236}">
                        <a16:creationId xmlns:a16="http://schemas.microsoft.com/office/drawing/2014/main" id="{5055DA5B-26A1-4FCC-9E75-8F7373887875}"/>
                      </a:ext>
                    </a:extLst>
                  </p:cNvPr>
                  <p:cNvCxnSpPr>
                    <a:stCxn id="1150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4" name="连接符: 曲线 1153">
                    <a:extLst>
                      <a:ext uri="{FF2B5EF4-FFF2-40B4-BE49-F238E27FC236}">
                        <a16:creationId xmlns:a16="http://schemas.microsoft.com/office/drawing/2014/main" id="{D5900177-7A11-4C49-A83C-DC6B177354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55" name="组合 1154">
                    <a:extLst>
                      <a:ext uri="{FF2B5EF4-FFF2-40B4-BE49-F238E27FC236}">
                        <a16:creationId xmlns:a16="http://schemas.microsoft.com/office/drawing/2014/main" id="{5F6D2AFB-9D42-4CEF-92AE-ABAC2AE428F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58" name="直接连接符 1157">
                      <a:extLst>
                        <a:ext uri="{FF2B5EF4-FFF2-40B4-BE49-F238E27FC236}">
                          <a16:creationId xmlns:a16="http://schemas.microsoft.com/office/drawing/2014/main" id="{B12C58D8-7100-44B0-9844-5A3A24AE01E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9" name="连接符: 曲线 1158">
                      <a:extLst>
                        <a:ext uri="{FF2B5EF4-FFF2-40B4-BE49-F238E27FC236}">
                          <a16:creationId xmlns:a16="http://schemas.microsoft.com/office/drawing/2014/main" id="{A1280C2F-5B79-4F96-9854-DDB29E3FDF5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0" name="连接符: 曲线 1159">
                      <a:extLst>
                        <a:ext uri="{FF2B5EF4-FFF2-40B4-BE49-F238E27FC236}">
                          <a16:creationId xmlns:a16="http://schemas.microsoft.com/office/drawing/2014/main" id="{1112394F-8379-449D-889B-0C0816899D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56" name="矩形 1155">
                    <a:extLst>
                      <a:ext uri="{FF2B5EF4-FFF2-40B4-BE49-F238E27FC236}">
                        <a16:creationId xmlns:a16="http://schemas.microsoft.com/office/drawing/2014/main" id="{BEDA0360-4409-4970-9EAD-36FD81337394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57" name="矩形 1156">
                    <a:extLst>
                      <a:ext uri="{FF2B5EF4-FFF2-40B4-BE49-F238E27FC236}">
                        <a16:creationId xmlns:a16="http://schemas.microsoft.com/office/drawing/2014/main" id="{C369F699-24DB-417A-AC76-5BA3B1527A45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46" name="组合 845">
                  <a:extLst>
                    <a:ext uri="{FF2B5EF4-FFF2-40B4-BE49-F238E27FC236}">
                      <a16:creationId xmlns:a16="http://schemas.microsoft.com/office/drawing/2014/main" id="{A535A8E4-FA08-46D3-BED5-C93DF9A97C2C}"/>
                    </a:ext>
                  </a:extLst>
                </p:cNvPr>
                <p:cNvGrpSpPr/>
                <p:nvPr/>
              </p:nvGrpSpPr>
              <p:grpSpPr>
                <a:xfrm rot="5400000">
                  <a:off x="5229942" y="1960306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39" name="梯形 1138">
                    <a:extLst>
                      <a:ext uri="{FF2B5EF4-FFF2-40B4-BE49-F238E27FC236}">
                        <a16:creationId xmlns:a16="http://schemas.microsoft.com/office/drawing/2014/main" id="{E96B2366-4BFE-465F-9052-24D44AC6E70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40" name="直接连接符 1139">
                    <a:extLst>
                      <a:ext uri="{FF2B5EF4-FFF2-40B4-BE49-F238E27FC236}">
                        <a16:creationId xmlns:a16="http://schemas.microsoft.com/office/drawing/2014/main" id="{BF1887EF-52DB-4A3B-BED2-2AF055F719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41" name="梯形 1140">
                    <a:extLst>
                      <a:ext uri="{FF2B5EF4-FFF2-40B4-BE49-F238E27FC236}">
                        <a16:creationId xmlns:a16="http://schemas.microsoft.com/office/drawing/2014/main" id="{5BEE5564-5498-46B3-8535-638024FC5FE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42" name="连接符: 曲线 1141">
                    <a:extLst>
                      <a:ext uri="{FF2B5EF4-FFF2-40B4-BE49-F238E27FC236}">
                        <a16:creationId xmlns:a16="http://schemas.microsoft.com/office/drawing/2014/main" id="{8A8FDFC3-B9F6-4389-ABEF-BC186CD00621}"/>
                      </a:ext>
                    </a:extLst>
                  </p:cNvPr>
                  <p:cNvCxnSpPr>
                    <a:stCxn id="1139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3" name="连接符: 曲线 1142">
                    <a:extLst>
                      <a:ext uri="{FF2B5EF4-FFF2-40B4-BE49-F238E27FC236}">
                        <a16:creationId xmlns:a16="http://schemas.microsoft.com/office/drawing/2014/main" id="{C9FC6CCB-B71D-42AD-8BA4-8F2B2807D7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44" name="组合 1143">
                    <a:extLst>
                      <a:ext uri="{FF2B5EF4-FFF2-40B4-BE49-F238E27FC236}">
                        <a16:creationId xmlns:a16="http://schemas.microsoft.com/office/drawing/2014/main" id="{978A9F4A-03A1-4732-88BF-5EBEF0E1ABD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47" name="直接连接符 1146">
                      <a:extLst>
                        <a:ext uri="{FF2B5EF4-FFF2-40B4-BE49-F238E27FC236}">
                          <a16:creationId xmlns:a16="http://schemas.microsoft.com/office/drawing/2014/main" id="{9E73EE82-8330-4B8B-B92A-94182F057B0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8" name="连接符: 曲线 1147">
                      <a:extLst>
                        <a:ext uri="{FF2B5EF4-FFF2-40B4-BE49-F238E27FC236}">
                          <a16:creationId xmlns:a16="http://schemas.microsoft.com/office/drawing/2014/main" id="{B3EEE747-4C6D-4387-9CE9-B36302D89FC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9" name="连接符: 曲线 1148">
                      <a:extLst>
                        <a:ext uri="{FF2B5EF4-FFF2-40B4-BE49-F238E27FC236}">
                          <a16:creationId xmlns:a16="http://schemas.microsoft.com/office/drawing/2014/main" id="{B705F231-82B9-41C5-9355-8C4E12E1D1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45" name="矩形 1144">
                    <a:extLst>
                      <a:ext uri="{FF2B5EF4-FFF2-40B4-BE49-F238E27FC236}">
                        <a16:creationId xmlns:a16="http://schemas.microsoft.com/office/drawing/2014/main" id="{ED33A7E6-4857-4A61-9975-E2E22068E7DD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46" name="矩形 1145">
                    <a:extLst>
                      <a:ext uri="{FF2B5EF4-FFF2-40B4-BE49-F238E27FC236}">
                        <a16:creationId xmlns:a16="http://schemas.microsoft.com/office/drawing/2014/main" id="{DBD177D2-8B44-499A-8853-077679CF4335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47" name="组合 846">
                  <a:extLst>
                    <a:ext uri="{FF2B5EF4-FFF2-40B4-BE49-F238E27FC236}">
                      <a16:creationId xmlns:a16="http://schemas.microsoft.com/office/drawing/2014/main" id="{575264FE-C548-48A1-AC3F-FBC6520796D5}"/>
                    </a:ext>
                  </a:extLst>
                </p:cNvPr>
                <p:cNvGrpSpPr/>
                <p:nvPr/>
              </p:nvGrpSpPr>
              <p:grpSpPr>
                <a:xfrm>
                  <a:off x="4699439" y="3176983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28" name="梯形 1127">
                    <a:extLst>
                      <a:ext uri="{FF2B5EF4-FFF2-40B4-BE49-F238E27FC236}">
                        <a16:creationId xmlns:a16="http://schemas.microsoft.com/office/drawing/2014/main" id="{97317999-0E6B-49C5-963D-BEE38971382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29" name="直接连接符 1128">
                    <a:extLst>
                      <a:ext uri="{FF2B5EF4-FFF2-40B4-BE49-F238E27FC236}">
                        <a16:creationId xmlns:a16="http://schemas.microsoft.com/office/drawing/2014/main" id="{451C3046-962A-46DD-9D6C-A38029DD64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0" name="梯形 1129">
                    <a:extLst>
                      <a:ext uri="{FF2B5EF4-FFF2-40B4-BE49-F238E27FC236}">
                        <a16:creationId xmlns:a16="http://schemas.microsoft.com/office/drawing/2014/main" id="{059BF7A7-74FE-4DEA-9B89-85A18B11554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31" name="连接符: 曲线 1130">
                    <a:extLst>
                      <a:ext uri="{FF2B5EF4-FFF2-40B4-BE49-F238E27FC236}">
                        <a16:creationId xmlns:a16="http://schemas.microsoft.com/office/drawing/2014/main" id="{FF0116CA-517A-4276-84C6-A9163D2E6573}"/>
                      </a:ext>
                    </a:extLst>
                  </p:cNvPr>
                  <p:cNvCxnSpPr>
                    <a:stCxn id="1128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2" name="连接符: 曲线 1131">
                    <a:extLst>
                      <a:ext uri="{FF2B5EF4-FFF2-40B4-BE49-F238E27FC236}">
                        <a16:creationId xmlns:a16="http://schemas.microsoft.com/office/drawing/2014/main" id="{0ABEB1E0-E11C-4A21-ABCB-E3A59DF36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33" name="组合 1132">
                    <a:extLst>
                      <a:ext uri="{FF2B5EF4-FFF2-40B4-BE49-F238E27FC236}">
                        <a16:creationId xmlns:a16="http://schemas.microsoft.com/office/drawing/2014/main" id="{FEA50050-6EE2-4996-9F56-8FBAA1905F2A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36" name="直接连接符 1135">
                      <a:extLst>
                        <a:ext uri="{FF2B5EF4-FFF2-40B4-BE49-F238E27FC236}">
                          <a16:creationId xmlns:a16="http://schemas.microsoft.com/office/drawing/2014/main" id="{02A84D8D-B6DB-40E7-8FEB-2B1C2E1FA5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7" name="连接符: 曲线 1136">
                      <a:extLst>
                        <a:ext uri="{FF2B5EF4-FFF2-40B4-BE49-F238E27FC236}">
                          <a16:creationId xmlns:a16="http://schemas.microsoft.com/office/drawing/2014/main" id="{6A685F63-D47A-44C6-B7EB-793DFCD080A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8" name="连接符: 曲线 1137">
                      <a:extLst>
                        <a:ext uri="{FF2B5EF4-FFF2-40B4-BE49-F238E27FC236}">
                          <a16:creationId xmlns:a16="http://schemas.microsoft.com/office/drawing/2014/main" id="{016053DF-FF6D-448E-A500-33AB059893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34" name="矩形 1133">
                    <a:extLst>
                      <a:ext uri="{FF2B5EF4-FFF2-40B4-BE49-F238E27FC236}">
                        <a16:creationId xmlns:a16="http://schemas.microsoft.com/office/drawing/2014/main" id="{B775C77E-97B3-4A68-A90F-EDFE4838A099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35" name="矩形 1134">
                    <a:extLst>
                      <a:ext uri="{FF2B5EF4-FFF2-40B4-BE49-F238E27FC236}">
                        <a16:creationId xmlns:a16="http://schemas.microsoft.com/office/drawing/2014/main" id="{D397892C-8C8E-4C31-9E95-604477041359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48" name="组合 847">
                  <a:extLst>
                    <a:ext uri="{FF2B5EF4-FFF2-40B4-BE49-F238E27FC236}">
                      <a16:creationId xmlns:a16="http://schemas.microsoft.com/office/drawing/2014/main" id="{A0DB30BB-179E-44C9-811F-83F0A8EA1A47}"/>
                    </a:ext>
                  </a:extLst>
                </p:cNvPr>
                <p:cNvGrpSpPr/>
                <p:nvPr/>
              </p:nvGrpSpPr>
              <p:grpSpPr>
                <a:xfrm rot="5400000">
                  <a:off x="5229942" y="2773424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17" name="梯形 1116">
                    <a:extLst>
                      <a:ext uri="{FF2B5EF4-FFF2-40B4-BE49-F238E27FC236}">
                        <a16:creationId xmlns:a16="http://schemas.microsoft.com/office/drawing/2014/main" id="{3625EF2C-F1D1-459F-9411-5503A632DF4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18" name="直接连接符 1117">
                    <a:extLst>
                      <a:ext uri="{FF2B5EF4-FFF2-40B4-BE49-F238E27FC236}">
                        <a16:creationId xmlns:a16="http://schemas.microsoft.com/office/drawing/2014/main" id="{9A47365B-6806-49EE-8CA2-00C728EE91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9" name="梯形 1118">
                    <a:extLst>
                      <a:ext uri="{FF2B5EF4-FFF2-40B4-BE49-F238E27FC236}">
                        <a16:creationId xmlns:a16="http://schemas.microsoft.com/office/drawing/2014/main" id="{C0B5659A-21FB-4B0D-ABC6-32DC03D54A6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20" name="连接符: 曲线 1119">
                    <a:extLst>
                      <a:ext uri="{FF2B5EF4-FFF2-40B4-BE49-F238E27FC236}">
                        <a16:creationId xmlns:a16="http://schemas.microsoft.com/office/drawing/2014/main" id="{D739C24A-3C9E-4C8E-8E95-58EF42740AFB}"/>
                      </a:ext>
                    </a:extLst>
                  </p:cNvPr>
                  <p:cNvCxnSpPr>
                    <a:stCxn id="1117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1" name="连接符: 曲线 1120">
                    <a:extLst>
                      <a:ext uri="{FF2B5EF4-FFF2-40B4-BE49-F238E27FC236}">
                        <a16:creationId xmlns:a16="http://schemas.microsoft.com/office/drawing/2014/main" id="{26D0D053-100F-432E-ABE5-9B1AAD4BC1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22" name="组合 1121">
                    <a:extLst>
                      <a:ext uri="{FF2B5EF4-FFF2-40B4-BE49-F238E27FC236}">
                        <a16:creationId xmlns:a16="http://schemas.microsoft.com/office/drawing/2014/main" id="{8B1C4203-3353-43CB-8672-63A359105ECD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25" name="直接连接符 1124">
                      <a:extLst>
                        <a:ext uri="{FF2B5EF4-FFF2-40B4-BE49-F238E27FC236}">
                          <a16:creationId xmlns:a16="http://schemas.microsoft.com/office/drawing/2014/main" id="{E56A213C-3DA9-4B50-9FFE-CCF255A82D5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6" name="连接符: 曲线 1125">
                      <a:extLst>
                        <a:ext uri="{FF2B5EF4-FFF2-40B4-BE49-F238E27FC236}">
                          <a16:creationId xmlns:a16="http://schemas.microsoft.com/office/drawing/2014/main" id="{36DF4686-EB62-4C6F-89C4-600FA4DE8F7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7" name="连接符: 曲线 1126">
                      <a:extLst>
                        <a:ext uri="{FF2B5EF4-FFF2-40B4-BE49-F238E27FC236}">
                          <a16:creationId xmlns:a16="http://schemas.microsoft.com/office/drawing/2014/main" id="{CF528216-3D9B-470F-ACFD-F9389FAAE3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23" name="矩形 1122">
                    <a:extLst>
                      <a:ext uri="{FF2B5EF4-FFF2-40B4-BE49-F238E27FC236}">
                        <a16:creationId xmlns:a16="http://schemas.microsoft.com/office/drawing/2014/main" id="{0B3617A2-EA4C-4F29-B66F-C678E5FB2761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4" name="矩形 1123">
                    <a:extLst>
                      <a:ext uri="{FF2B5EF4-FFF2-40B4-BE49-F238E27FC236}">
                        <a16:creationId xmlns:a16="http://schemas.microsoft.com/office/drawing/2014/main" id="{95144B46-DA7A-4820-8F24-65FD3DA0A26D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49" name="组合 848">
                  <a:extLst>
                    <a:ext uri="{FF2B5EF4-FFF2-40B4-BE49-F238E27FC236}">
                      <a16:creationId xmlns:a16="http://schemas.microsoft.com/office/drawing/2014/main" id="{A05F9106-F384-4C61-A060-75F2B1B0175F}"/>
                    </a:ext>
                  </a:extLst>
                </p:cNvPr>
                <p:cNvGrpSpPr/>
                <p:nvPr/>
              </p:nvGrpSpPr>
              <p:grpSpPr>
                <a:xfrm>
                  <a:off x="4699439" y="399818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106" name="梯形 1105">
                    <a:extLst>
                      <a:ext uri="{FF2B5EF4-FFF2-40B4-BE49-F238E27FC236}">
                        <a16:creationId xmlns:a16="http://schemas.microsoft.com/office/drawing/2014/main" id="{421F37BF-CC86-48E0-B6FC-010786E31A3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07" name="直接连接符 1106">
                    <a:extLst>
                      <a:ext uri="{FF2B5EF4-FFF2-40B4-BE49-F238E27FC236}">
                        <a16:creationId xmlns:a16="http://schemas.microsoft.com/office/drawing/2014/main" id="{DD818C0E-F457-4C48-AA62-BCF3EB74C9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08" name="梯形 1107">
                    <a:extLst>
                      <a:ext uri="{FF2B5EF4-FFF2-40B4-BE49-F238E27FC236}">
                        <a16:creationId xmlns:a16="http://schemas.microsoft.com/office/drawing/2014/main" id="{ADD08481-6FF1-4A93-A74A-E3052A35DAA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09" name="连接符: 曲线 1108">
                    <a:extLst>
                      <a:ext uri="{FF2B5EF4-FFF2-40B4-BE49-F238E27FC236}">
                        <a16:creationId xmlns:a16="http://schemas.microsoft.com/office/drawing/2014/main" id="{93B22A2E-59A1-4EA4-A217-81EBD27B0ED0}"/>
                      </a:ext>
                    </a:extLst>
                  </p:cNvPr>
                  <p:cNvCxnSpPr>
                    <a:stCxn id="1106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0" name="连接符: 曲线 1109">
                    <a:extLst>
                      <a:ext uri="{FF2B5EF4-FFF2-40B4-BE49-F238E27FC236}">
                        <a16:creationId xmlns:a16="http://schemas.microsoft.com/office/drawing/2014/main" id="{704C848F-F748-4912-BF3E-3C2B1B0D73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11" name="组合 1110">
                    <a:extLst>
                      <a:ext uri="{FF2B5EF4-FFF2-40B4-BE49-F238E27FC236}">
                        <a16:creationId xmlns:a16="http://schemas.microsoft.com/office/drawing/2014/main" id="{CF413FEE-2867-468D-88C8-042B8991E3D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14" name="直接连接符 1113">
                      <a:extLst>
                        <a:ext uri="{FF2B5EF4-FFF2-40B4-BE49-F238E27FC236}">
                          <a16:creationId xmlns:a16="http://schemas.microsoft.com/office/drawing/2014/main" id="{8D414FE7-6E44-44B6-B6EC-D2D8B30C13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5" name="连接符: 曲线 1114">
                      <a:extLst>
                        <a:ext uri="{FF2B5EF4-FFF2-40B4-BE49-F238E27FC236}">
                          <a16:creationId xmlns:a16="http://schemas.microsoft.com/office/drawing/2014/main" id="{CA30BA88-8D7C-4F2F-AF80-F08AA6E0A5C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6" name="连接符: 曲线 1115">
                      <a:extLst>
                        <a:ext uri="{FF2B5EF4-FFF2-40B4-BE49-F238E27FC236}">
                          <a16:creationId xmlns:a16="http://schemas.microsoft.com/office/drawing/2014/main" id="{A8F6199C-6E11-474F-AE3F-DB9D15435F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12" name="矩形 1111">
                    <a:extLst>
                      <a:ext uri="{FF2B5EF4-FFF2-40B4-BE49-F238E27FC236}">
                        <a16:creationId xmlns:a16="http://schemas.microsoft.com/office/drawing/2014/main" id="{E35DCB43-BF64-44D4-B7E9-72B05B947A95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3" name="矩形 1112">
                    <a:extLst>
                      <a:ext uri="{FF2B5EF4-FFF2-40B4-BE49-F238E27FC236}">
                        <a16:creationId xmlns:a16="http://schemas.microsoft.com/office/drawing/2014/main" id="{D2BA3460-0092-4165-A9C7-C5CD4913E2EC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50" name="组合 849">
                  <a:extLst>
                    <a:ext uri="{FF2B5EF4-FFF2-40B4-BE49-F238E27FC236}">
                      <a16:creationId xmlns:a16="http://schemas.microsoft.com/office/drawing/2014/main" id="{98F5CE85-39FC-4262-B7A1-932CB1002542}"/>
                    </a:ext>
                  </a:extLst>
                </p:cNvPr>
                <p:cNvGrpSpPr/>
                <p:nvPr/>
              </p:nvGrpSpPr>
              <p:grpSpPr>
                <a:xfrm rot="5400000">
                  <a:off x="5229942" y="3594628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95" name="梯形 1094">
                    <a:extLst>
                      <a:ext uri="{FF2B5EF4-FFF2-40B4-BE49-F238E27FC236}">
                        <a16:creationId xmlns:a16="http://schemas.microsoft.com/office/drawing/2014/main" id="{121446D5-7850-4634-862F-A45D59D2AC3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96" name="直接连接符 1095">
                    <a:extLst>
                      <a:ext uri="{FF2B5EF4-FFF2-40B4-BE49-F238E27FC236}">
                        <a16:creationId xmlns:a16="http://schemas.microsoft.com/office/drawing/2014/main" id="{B35E1DF3-F8D3-4731-B9F8-A7091D23A6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7" name="梯形 1096">
                    <a:extLst>
                      <a:ext uri="{FF2B5EF4-FFF2-40B4-BE49-F238E27FC236}">
                        <a16:creationId xmlns:a16="http://schemas.microsoft.com/office/drawing/2014/main" id="{DC751D75-A38B-4747-B31C-EB15DC79CBE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98" name="连接符: 曲线 1097">
                    <a:extLst>
                      <a:ext uri="{FF2B5EF4-FFF2-40B4-BE49-F238E27FC236}">
                        <a16:creationId xmlns:a16="http://schemas.microsoft.com/office/drawing/2014/main" id="{8A5E4161-00B8-4AF9-BB1F-3F78F3124317}"/>
                      </a:ext>
                    </a:extLst>
                  </p:cNvPr>
                  <p:cNvCxnSpPr>
                    <a:stCxn id="1095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9" name="连接符: 曲线 1098">
                    <a:extLst>
                      <a:ext uri="{FF2B5EF4-FFF2-40B4-BE49-F238E27FC236}">
                        <a16:creationId xmlns:a16="http://schemas.microsoft.com/office/drawing/2014/main" id="{C97ECB55-3ED7-4E1F-BCF1-2C9AF96C04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00" name="组合 1099">
                    <a:extLst>
                      <a:ext uri="{FF2B5EF4-FFF2-40B4-BE49-F238E27FC236}">
                        <a16:creationId xmlns:a16="http://schemas.microsoft.com/office/drawing/2014/main" id="{596ED781-1007-43A2-8E3E-FA5CF38FB6C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103" name="直接连接符 1102">
                      <a:extLst>
                        <a:ext uri="{FF2B5EF4-FFF2-40B4-BE49-F238E27FC236}">
                          <a16:creationId xmlns:a16="http://schemas.microsoft.com/office/drawing/2014/main" id="{DBBA36F4-FEAE-436D-AA95-0458433BE1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4" name="连接符: 曲线 1103">
                      <a:extLst>
                        <a:ext uri="{FF2B5EF4-FFF2-40B4-BE49-F238E27FC236}">
                          <a16:creationId xmlns:a16="http://schemas.microsoft.com/office/drawing/2014/main" id="{39EAF9A6-5AE8-4321-A14B-1714A84334F3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5" name="连接符: 曲线 1104">
                      <a:extLst>
                        <a:ext uri="{FF2B5EF4-FFF2-40B4-BE49-F238E27FC236}">
                          <a16:creationId xmlns:a16="http://schemas.microsoft.com/office/drawing/2014/main" id="{6169EBF8-00DA-4F9A-B27F-E5E037190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01" name="矩形 1100">
                    <a:extLst>
                      <a:ext uri="{FF2B5EF4-FFF2-40B4-BE49-F238E27FC236}">
                        <a16:creationId xmlns:a16="http://schemas.microsoft.com/office/drawing/2014/main" id="{80C9E081-4E7F-4236-A25D-C56172D3CF9A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02" name="矩形 1101">
                    <a:extLst>
                      <a:ext uri="{FF2B5EF4-FFF2-40B4-BE49-F238E27FC236}">
                        <a16:creationId xmlns:a16="http://schemas.microsoft.com/office/drawing/2014/main" id="{4E428042-E973-47A3-A674-7FB2D9A5B313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51" name="连接符: 曲线 850">
                  <a:extLst>
                    <a:ext uri="{FF2B5EF4-FFF2-40B4-BE49-F238E27FC236}">
                      <a16:creationId xmlns:a16="http://schemas.microsoft.com/office/drawing/2014/main" id="{2224B71E-6975-43E8-8C36-7569A805E461}"/>
                    </a:ext>
                  </a:extLst>
                </p:cNvPr>
                <p:cNvCxnSpPr/>
                <p:nvPr/>
              </p:nvCxnSpPr>
              <p:spPr>
                <a:xfrm>
                  <a:off x="5424782" y="1629362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2" name="连接符: 曲线 851">
                  <a:extLst>
                    <a:ext uri="{FF2B5EF4-FFF2-40B4-BE49-F238E27FC236}">
                      <a16:creationId xmlns:a16="http://schemas.microsoft.com/office/drawing/2014/main" id="{C85B57A2-F535-48C8-B80C-B4C5E44981D7}"/>
                    </a:ext>
                  </a:extLst>
                </p:cNvPr>
                <p:cNvCxnSpPr/>
                <p:nvPr/>
              </p:nvCxnSpPr>
              <p:spPr>
                <a:xfrm>
                  <a:off x="5424037" y="2443936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3" name="连接符: 曲线 852">
                  <a:extLst>
                    <a:ext uri="{FF2B5EF4-FFF2-40B4-BE49-F238E27FC236}">
                      <a16:creationId xmlns:a16="http://schemas.microsoft.com/office/drawing/2014/main" id="{0028C002-2679-45FE-BA2A-EBE3951D62F3}"/>
                    </a:ext>
                  </a:extLst>
                </p:cNvPr>
                <p:cNvCxnSpPr/>
                <p:nvPr/>
              </p:nvCxnSpPr>
              <p:spPr>
                <a:xfrm flipV="1">
                  <a:off x="5419083" y="2410403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4" name="连接符: 曲线 853">
                  <a:extLst>
                    <a:ext uri="{FF2B5EF4-FFF2-40B4-BE49-F238E27FC236}">
                      <a16:creationId xmlns:a16="http://schemas.microsoft.com/office/drawing/2014/main" id="{2E391DC7-7DF2-45CC-8D46-2189882B90BD}"/>
                    </a:ext>
                  </a:extLst>
                </p:cNvPr>
                <p:cNvCxnSpPr/>
                <p:nvPr/>
              </p:nvCxnSpPr>
              <p:spPr>
                <a:xfrm>
                  <a:off x="5427359" y="3263604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5" name="连接符: 曲线 854">
                  <a:extLst>
                    <a:ext uri="{FF2B5EF4-FFF2-40B4-BE49-F238E27FC236}">
                      <a16:creationId xmlns:a16="http://schemas.microsoft.com/office/drawing/2014/main" id="{8E334590-CF7F-42DD-BB6C-0124041DB6DC}"/>
                    </a:ext>
                  </a:extLst>
                </p:cNvPr>
                <p:cNvCxnSpPr/>
                <p:nvPr/>
              </p:nvCxnSpPr>
              <p:spPr>
                <a:xfrm flipV="1">
                  <a:off x="5422405" y="3230071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6" name="连接符: 曲线 855">
                  <a:extLst>
                    <a:ext uri="{FF2B5EF4-FFF2-40B4-BE49-F238E27FC236}">
                      <a16:creationId xmlns:a16="http://schemas.microsoft.com/office/drawing/2014/main" id="{995B2662-89D3-4D7F-9C0C-A6D0E898D0D3}"/>
                    </a:ext>
                  </a:extLst>
                </p:cNvPr>
                <p:cNvCxnSpPr/>
                <p:nvPr/>
              </p:nvCxnSpPr>
              <p:spPr>
                <a:xfrm flipV="1">
                  <a:off x="5416819" y="4044377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7" name="连接符: 曲线 856">
                  <a:extLst>
                    <a:ext uri="{FF2B5EF4-FFF2-40B4-BE49-F238E27FC236}">
                      <a16:creationId xmlns:a16="http://schemas.microsoft.com/office/drawing/2014/main" id="{72B69ACC-254D-41DB-BBF1-CAC712E1E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5998" y="802494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8" name="连接符: 曲线 857">
                  <a:extLst>
                    <a:ext uri="{FF2B5EF4-FFF2-40B4-BE49-F238E27FC236}">
                      <a16:creationId xmlns:a16="http://schemas.microsoft.com/office/drawing/2014/main" id="{7F9BB075-D754-4A8A-8CC7-4C3E733578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7714" y="1584892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9" name="连接符: 曲线 858">
                  <a:extLst>
                    <a:ext uri="{FF2B5EF4-FFF2-40B4-BE49-F238E27FC236}">
                      <a16:creationId xmlns:a16="http://schemas.microsoft.com/office/drawing/2014/main" id="{A80A3780-20BE-4B62-8B6F-D5EB7722F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9593" y="1626733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0" name="连接符: 曲线 859">
                  <a:extLst>
                    <a:ext uri="{FF2B5EF4-FFF2-40B4-BE49-F238E27FC236}">
                      <a16:creationId xmlns:a16="http://schemas.microsoft.com/office/drawing/2014/main" id="{52CD4AA1-E8BF-4E80-A99B-A691D308C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28848" y="2441307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1" name="连接符: 曲线 860">
                  <a:extLst>
                    <a:ext uri="{FF2B5EF4-FFF2-40B4-BE49-F238E27FC236}">
                      <a16:creationId xmlns:a16="http://schemas.microsoft.com/office/drawing/2014/main" id="{1B31FC9A-020D-4F4B-AF9C-B9028CBC88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3894" y="2407774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2" name="连接符: 曲线 861">
                  <a:extLst>
                    <a:ext uri="{FF2B5EF4-FFF2-40B4-BE49-F238E27FC236}">
                      <a16:creationId xmlns:a16="http://schemas.microsoft.com/office/drawing/2014/main" id="{80602720-057F-41E5-A714-C0DB18EAAF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32170" y="3260975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3" name="连接符: 曲线 862">
                  <a:extLst>
                    <a:ext uri="{FF2B5EF4-FFF2-40B4-BE49-F238E27FC236}">
                      <a16:creationId xmlns:a16="http://schemas.microsoft.com/office/drawing/2014/main" id="{BFD3F4C6-CB5B-44D3-9CF7-652235F234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7216" y="3227442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4" name="连接符: 曲线 863">
                  <a:extLst>
                    <a:ext uri="{FF2B5EF4-FFF2-40B4-BE49-F238E27FC236}">
                      <a16:creationId xmlns:a16="http://schemas.microsoft.com/office/drawing/2014/main" id="{F35A6E05-3FD2-474A-88CF-0D553A4008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21630" y="4041748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65" name="组合 864">
                  <a:extLst>
                    <a:ext uri="{FF2B5EF4-FFF2-40B4-BE49-F238E27FC236}">
                      <a16:creationId xmlns:a16="http://schemas.microsoft.com/office/drawing/2014/main" id="{B98F4608-B911-49B4-82BC-7F469A9DC400}"/>
                    </a:ext>
                  </a:extLst>
                </p:cNvPr>
                <p:cNvGrpSpPr/>
                <p:nvPr/>
              </p:nvGrpSpPr>
              <p:grpSpPr>
                <a:xfrm>
                  <a:off x="5773957" y="72901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84" name="梯形 1083">
                    <a:extLst>
                      <a:ext uri="{FF2B5EF4-FFF2-40B4-BE49-F238E27FC236}">
                        <a16:creationId xmlns:a16="http://schemas.microsoft.com/office/drawing/2014/main" id="{725CAE64-A62C-479F-A2E8-FD009A94BBE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85" name="直接连接符 1084">
                    <a:extLst>
                      <a:ext uri="{FF2B5EF4-FFF2-40B4-BE49-F238E27FC236}">
                        <a16:creationId xmlns:a16="http://schemas.microsoft.com/office/drawing/2014/main" id="{1A58AC3F-890B-4641-B0EB-ACD401C386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86" name="梯形 1085">
                    <a:extLst>
                      <a:ext uri="{FF2B5EF4-FFF2-40B4-BE49-F238E27FC236}">
                        <a16:creationId xmlns:a16="http://schemas.microsoft.com/office/drawing/2014/main" id="{4B59A532-C1A2-4DDF-A541-DAB70835E3E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87" name="连接符: 曲线 1086">
                    <a:extLst>
                      <a:ext uri="{FF2B5EF4-FFF2-40B4-BE49-F238E27FC236}">
                        <a16:creationId xmlns:a16="http://schemas.microsoft.com/office/drawing/2014/main" id="{2F999BDF-DF24-43C3-AFED-9CF6DBCC662F}"/>
                      </a:ext>
                    </a:extLst>
                  </p:cNvPr>
                  <p:cNvCxnSpPr>
                    <a:stCxn id="1084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8" name="连接符: 曲线 1087">
                    <a:extLst>
                      <a:ext uri="{FF2B5EF4-FFF2-40B4-BE49-F238E27FC236}">
                        <a16:creationId xmlns:a16="http://schemas.microsoft.com/office/drawing/2014/main" id="{1FAAFCC6-E386-4B23-B264-273F1C5436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89" name="组合 1088">
                    <a:extLst>
                      <a:ext uri="{FF2B5EF4-FFF2-40B4-BE49-F238E27FC236}">
                        <a16:creationId xmlns:a16="http://schemas.microsoft.com/office/drawing/2014/main" id="{F97E0327-AB91-4321-A7F7-F996C280187B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92" name="直接连接符 1091">
                      <a:extLst>
                        <a:ext uri="{FF2B5EF4-FFF2-40B4-BE49-F238E27FC236}">
                          <a16:creationId xmlns:a16="http://schemas.microsoft.com/office/drawing/2014/main" id="{D98A8934-B57B-4092-98BE-90369C76E2C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3" name="连接符: 曲线 1092">
                      <a:extLst>
                        <a:ext uri="{FF2B5EF4-FFF2-40B4-BE49-F238E27FC236}">
                          <a16:creationId xmlns:a16="http://schemas.microsoft.com/office/drawing/2014/main" id="{776995B9-9521-4000-A030-DBD07C7040D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4" name="连接符: 曲线 1093">
                      <a:extLst>
                        <a:ext uri="{FF2B5EF4-FFF2-40B4-BE49-F238E27FC236}">
                          <a16:creationId xmlns:a16="http://schemas.microsoft.com/office/drawing/2014/main" id="{11FDC74D-4F01-41B2-B13F-876F079FAC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90" name="矩形 1089">
                    <a:extLst>
                      <a:ext uri="{FF2B5EF4-FFF2-40B4-BE49-F238E27FC236}">
                        <a16:creationId xmlns:a16="http://schemas.microsoft.com/office/drawing/2014/main" id="{B21A33A5-E791-4AB0-B8DA-984B58BEA5BF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91" name="矩形 1090">
                    <a:extLst>
                      <a:ext uri="{FF2B5EF4-FFF2-40B4-BE49-F238E27FC236}">
                        <a16:creationId xmlns:a16="http://schemas.microsoft.com/office/drawing/2014/main" id="{E2448ED1-431F-4B91-8749-ECF664B6BF1D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66" name="组合 865">
                  <a:extLst>
                    <a:ext uri="{FF2B5EF4-FFF2-40B4-BE49-F238E27FC236}">
                      <a16:creationId xmlns:a16="http://schemas.microsoft.com/office/drawing/2014/main" id="{816B4815-8F89-4FF1-969A-3F326781EDE6}"/>
                    </a:ext>
                  </a:extLst>
                </p:cNvPr>
                <p:cNvGrpSpPr/>
                <p:nvPr/>
              </p:nvGrpSpPr>
              <p:grpSpPr>
                <a:xfrm>
                  <a:off x="5775673" y="1543485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73" name="梯形 1072">
                    <a:extLst>
                      <a:ext uri="{FF2B5EF4-FFF2-40B4-BE49-F238E27FC236}">
                        <a16:creationId xmlns:a16="http://schemas.microsoft.com/office/drawing/2014/main" id="{CAAF1FDC-999E-458E-B416-49A2CDABBB8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74" name="直接连接符 1073">
                    <a:extLst>
                      <a:ext uri="{FF2B5EF4-FFF2-40B4-BE49-F238E27FC236}">
                        <a16:creationId xmlns:a16="http://schemas.microsoft.com/office/drawing/2014/main" id="{3C079EE9-736C-4E9D-AFF5-593F9DD08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5" name="梯形 1074">
                    <a:extLst>
                      <a:ext uri="{FF2B5EF4-FFF2-40B4-BE49-F238E27FC236}">
                        <a16:creationId xmlns:a16="http://schemas.microsoft.com/office/drawing/2014/main" id="{5FA22800-3F93-4765-8A0F-8AF0F473033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76" name="连接符: 曲线 1075">
                    <a:extLst>
                      <a:ext uri="{FF2B5EF4-FFF2-40B4-BE49-F238E27FC236}">
                        <a16:creationId xmlns:a16="http://schemas.microsoft.com/office/drawing/2014/main" id="{AB2A6863-5BD1-43E1-9383-DEE83AA1E5FE}"/>
                      </a:ext>
                    </a:extLst>
                  </p:cNvPr>
                  <p:cNvCxnSpPr>
                    <a:stCxn id="1073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7" name="连接符: 曲线 1076">
                    <a:extLst>
                      <a:ext uri="{FF2B5EF4-FFF2-40B4-BE49-F238E27FC236}">
                        <a16:creationId xmlns:a16="http://schemas.microsoft.com/office/drawing/2014/main" id="{1C06951E-5976-476D-AAEE-70D496FA1B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78" name="组合 1077">
                    <a:extLst>
                      <a:ext uri="{FF2B5EF4-FFF2-40B4-BE49-F238E27FC236}">
                        <a16:creationId xmlns:a16="http://schemas.microsoft.com/office/drawing/2014/main" id="{662BB260-121A-423A-9617-AC39A64635B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81" name="直接连接符 1080">
                      <a:extLst>
                        <a:ext uri="{FF2B5EF4-FFF2-40B4-BE49-F238E27FC236}">
                          <a16:creationId xmlns:a16="http://schemas.microsoft.com/office/drawing/2014/main" id="{E62697BC-D1D8-4155-8090-6AE8D44865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2" name="连接符: 曲线 1081">
                      <a:extLst>
                        <a:ext uri="{FF2B5EF4-FFF2-40B4-BE49-F238E27FC236}">
                          <a16:creationId xmlns:a16="http://schemas.microsoft.com/office/drawing/2014/main" id="{36E2F6DC-690C-4951-A4C4-A6588D5FD38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3" name="连接符: 曲线 1082">
                      <a:extLst>
                        <a:ext uri="{FF2B5EF4-FFF2-40B4-BE49-F238E27FC236}">
                          <a16:creationId xmlns:a16="http://schemas.microsoft.com/office/drawing/2014/main" id="{FD45F90D-57D0-424B-A806-8886663FE7F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79" name="矩形 1078">
                    <a:extLst>
                      <a:ext uri="{FF2B5EF4-FFF2-40B4-BE49-F238E27FC236}">
                        <a16:creationId xmlns:a16="http://schemas.microsoft.com/office/drawing/2014/main" id="{49BDF123-FB71-4FD9-9FA5-49707292D9BC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80" name="矩形 1079">
                    <a:extLst>
                      <a:ext uri="{FF2B5EF4-FFF2-40B4-BE49-F238E27FC236}">
                        <a16:creationId xmlns:a16="http://schemas.microsoft.com/office/drawing/2014/main" id="{E54E016A-2C2B-4456-A8BB-0938A374AF8D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67" name="组合 866">
                  <a:extLst>
                    <a:ext uri="{FF2B5EF4-FFF2-40B4-BE49-F238E27FC236}">
                      <a16:creationId xmlns:a16="http://schemas.microsoft.com/office/drawing/2014/main" id="{97870DA7-450E-45F3-9DC4-001A75FA834E}"/>
                    </a:ext>
                  </a:extLst>
                </p:cNvPr>
                <p:cNvGrpSpPr/>
                <p:nvPr/>
              </p:nvGrpSpPr>
              <p:grpSpPr>
                <a:xfrm>
                  <a:off x="5773901" y="236839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62" name="梯形 1061">
                    <a:extLst>
                      <a:ext uri="{FF2B5EF4-FFF2-40B4-BE49-F238E27FC236}">
                        <a16:creationId xmlns:a16="http://schemas.microsoft.com/office/drawing/2014/main" id="{CA209EB2-FB7B-4EFF-80C1-1401833E01D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63" name="直接连接符 1062">
                    <a:extLst>
                      <a:ext uri="{FF2B5EF4-FFF2-40B4-BE49-F238E27FC236}">
                        <a16:creationId xmlns:a16="http://schemas.microsoft.com/office/drawing/2014/main" id="{E3DBCFE3-B96D-4500-BDA7-7EF2B9FACA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64" name="梯形 1063">
                    <a:extLst>
                      <a:ext uri="{FF2B5EF4-FFF2-40B4-BE49-F238E27FC236}">
                        <a16:creationId xmlns:a16="http://schemas.microsoft.com/office/drawing/2014/main" id="{B9C0C07B-EDFF-42A5-B3A5-ADCD9E67B8A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65" name="连接符: 曲线 1064">
                    <a:extLst>
                      <a:ext uri="{FF2B5EF4-FFF2-40B4-BE49-F238E27FC236}">
                        <a16:creationId xmlns:a16="http://schemas.microsoft.com/office/drawing/2014/main" id="{47C42FFB-C275-43F8-8B03-3164BC35751C}"/>
                      </a:ext>
                    </a:extLst>
                  </p:cNvPr>
                  <p:cNvCxnSpPr>
                    <a:stCxn id="1062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6" name="连接符: 曲线 1065">
                    <a:extLst>
                      <a:ext uri="{FF2B5EF4-FFF2-40B4-BE49-F238E27FC236}">
                        <a16:creationId xmlns:a16="http://schemas.microsoft.com/office/drawing/2014/main" id="{DB59F2D4-3762-4690-B323-1C0650962C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67" name="组合 1066">
                    <a:extLst>
                      <a:ext uri="{FF2B5EF4-FFF2-40B4-BE49-F238E27FC236}">
                        <a16:creationId xmlns:a16="http://schemas.microsoft.com/office/drawing/2014/main" id="{17231017-E879-4BCA-80FB-A6E569FCCAD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70" name="直接连接符 1069">
                      <a:extLst>
                        <a:ext uri="{FF2B5EF4-FFF2-40B4-BE49-F238E27FC236}">
                          <a16:creationId xmlns:a16="http://schemas.microsoft.com/office/drawing/2014/main" id="{1BBCA256-B55F-457A-AB9A-F9762DF2EA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1" name="连接符: 曲线 1070">
                      <a:extLst>
                        <a:ext uri="{FF2B5EF4-FFF2-40B4-BE49-F238E27FC236}">
                          <a16:creationId xmlns:a16="http://schemas.microsoft.com/office/drawing/2014/main" id="{05424B82-D785-42C5-BEAC-3ACA7F68704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2" name="连接符: 曲线 1071">
                      <a:extLst>
                        <a:ext uri="{FF2B5EF4-FFF2-40B4-BE49-F238E27FC236}">
                          <a16:creationId xmlns:a16="http://schemas.microsoft.com/office/drawing/2014/main" id="{40E59835-B76C-4811-9F7B-05D31D853C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68" name="矩形 1067">
                    <a:extLst>
                      <a:ext uri="{FF2B5EF4-FFF2-40B4-BE49-F238E27FC236}">
                        <a16:creationId xmlns:a16="http://schemas.microsoft.com/office/drawing/2014/main" id="{380853D1-4761-4BEC-8888-ED77E5FA446B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69" name="矩形 1068">
                    <a:extLst>
                      <a:ext uri="{FF2B5EF4-FFF2-40B4-BE49-F238E27FC236}">
                        <a16:creationId xmlns:a16="http://schemas.microsoft.com/office/drawing/2014/main" id="{6A3C2A75-06E8-454A-9D42-5517D629C49B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68" name="组合 867">
                  <a:extLst>
                    <a:ext uri="{FF2B5EF4-FFF2-40B4-BE49-F238E27FC236}">
                      <a16:creationId xmlns:a16="http://schemas.microsoft.com/office/drawing/2014/main" id="{28927329-DE57-47E6-8B06-BB7086E4728A}"/>
                    </a:ext>
                  </a:extLst>
                </p:cNvPr>
                <p:cNvGrpSpPr/>
                <p:nvPr/>
              </p:nvGrpSpPr>
              <p:grpSpPr>
                <a:xfrm>
                  <a:off x="5773901" y="3181509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51" name="梯形 1050">
                    <a:extLst>
                      <a:ext uri="{FF2B5EF4-FFF2-40B4-BE49-F238E27FC236}">
                        <a16:creationId xmlns:a16="http://schemas.microsoft.com/office/drawing/2014/main" id="{10412AA5-8338-4B87-925D-FD3D8FCA2CF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52" name="直接连接符 1051">
                    <a:extLst>
                      <a:ext uri="{FF2B5EF4-FFF2-40B4-BE49-F238E27FC236}">
                        <a16:creationId xmlns:a16="http://schemas.microsoft.com/office/drawing/2014/main" id="{F22CD6CB-25FC-403D-AF42-43A8181B7A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3" name="梯形 1052">
                    <a:extLst>
                      <a:ext uri="{FF2B5EF4-FFF2-40B4-BE49-F238E27FC236}">
                        <a16:creationId xmlns:a16="http://schemas.microsoft.com/office/drawing/2014/main" id="{F6B69BD3-DD3C-4745-82AB-D0D685C6256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54" name="连接符: 曲线 1053">
                    <a:extLst>
                      <a:ext uri="{FF2B5EF4-FFF2-40B4-BE49-F238E27FC236}">
                        <a16:creationId xmlns:a16="http://schemas.microsoft.com/office/drawing/2014/main" id="{A9D2BD1C-6188-4753-A1A0-74A5747B65BF}"/>
                      </a:ext>
                    </a:extLst>
                  </p:cNvPr>
                  <p:cNvCxnSpPr>
                    <a:stCxn id="1051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5" name="连接符: 曲线 1054">
                    <a:extLst>
                      <a:ext uri="{FF2B5EF4-FFF2-40B4-BE49-F238E27FC236}">
                        <a16:creationId xmlns:a16="http://schemas.microsoft.com/office/drawing/2014/main" id="{AAA39585-D9E4-4FA0-9916-3F605A7449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56" name="组合 1055">
                    <a:extLst>
                      <a:ext uri="{FF2B5EF4-FFF2-40B4-BE49-F238E27FC236}">
                        <a16:creationId xmlns:a16="http://schemas.microsoft.com/office/drawing/2014/main" id="{6D7EE5BD-AFB4-460E-8701-BC0888DE1B9F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59" name="直接连接符 1058">
                      <a:extLst>
                        <a:ext uri="{FF2B5EF4-FFF2-40B4-BE49-F238E27FC236}">
                          <a16:creationId xmlns:a16="http://schemas.microsoft.com/office/drawing/2014/main" id="{D378AA31-2035-4AA4-BF2B-67339B4BC2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0" name="连接符: 曲线 1059">
                      <a:extLst>
                        <a:ext uri="{FF2B5EF4-FFF2-40B4-BE49-F238E27FC236}">
                          <a16:creationId xmlns:a16="http://schemas.microsoft.com/office/drawing/2014/main" id="{E04A0E2E-8CF7-432E-AE5B-D52924C843F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1" name="连接符: 曲线 1060">
                      <a:extLst>
                        <a:ext uri="{FF2B5EF4-FFF2-40B4-BE49-F238E27FC236}">
                          <a16:creationId xmlns:a16="http://schemas.microsoft.com/office/drawing/2014/main" id="{9304E1D4-68F7-46A9-AEA5-C6760408EA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57" name="矩形 1056">
                    <a:extLst>
                      <a:ext uri="{FF2B5EF4-FFF2-40B4-BE49-F238E27FC236}">
                        <a16:creationId xmlns:a16="http://schemas.microsoft.com/office/drawing/2014/main" id="{2EE2F6FC-D180-45B8-AA6B-014A43FCBC4C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8" name="矩形 1057">
                    <a:extLst>
                      <a:ext uri="{FF2B5EF4-FFF2-40B4-BE49-F238E27FC236}">
                        <a16:creationId xmlns:a16="http://schemas.microsoft.com/office/drawing/2014/main" id="{B1554DCF-FB50-4420-892E-691718877C4F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69" name="组合 868">
                  <a:extLst>
                    <a:ext uri="{FF2B5EF4-FFF2-40B4-BE49-F238E27FC236}">
                      <a16:creationId xmlns:a16="http://schemas.microsoft.com/office/drawing/2014/main" id="{F25074AA-69ED-4A0D-84A2-8774EE2FCC30}"/>
                    </a:ext>
                  </a:extLst>
                </p:cNvPr>
                <p:cNvGrpSpPr/>
                <p:nvPr/>
              </p:nvGrpSpPr>
              <p:grpSpPr>
                <a:xfrm>
                  <a:off x="5773901" y="4002713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40" name="梯形 1039">
                    <a:extLst>
                      <a:ext uri="{FF2B5EF4-FFF2-40B4-BE49-F238E27FC236}">
                        <a16:creationId xmlns:a16="http://schemas.microsoft.com/office/drawing/2014/main" id="{EADC778A-BEB7-4C07-83AA-940A9A87A35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41" name="直接连接符 1040">
                    <a:extLst>
                      <a:ext uri="{FF2B5EF4-FFF2-40B4-BE49-F238E27FC236}">
                        <a16:creationId xmlns:a16="http://schemas.microsoft.com/office/drawing/2014/main" id="{270F3C24-62FD-45A5-8F2B-975C4B57A6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42" name="梯形 1041">
                    <a:extLst>
                      <a:ext uri="{FF2B5EF4-FFF2-40B4-BE49-F238E27FC236}">
                        <a16:creationId xmlns:a16="http://schemas.microsoft.com/office/drawing/2014/main" id="{EE8E10AA-34D3-41BF-AC1C-D718B44A069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43" name="连接符: 曲线 1042">
                    <a:extLst>
                      <a:ext uri="{FF2B5EF4-FFF2-40B4-BE49-F238E27FC236}">
                        <a16:creationId xmlns:a16="http://schemas.microsoft.com/office/drawing/2014/main" id="{ABF06D8F-EB42-4D7F-A6FE-DA05A8DA8288}"/>
                      </a:ext>
                    </a:extLst>
                  </p:cNvPr>
                  <p:cNvCxnSpPr>
                    <a:stCxn id="1040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4" name="连接符: 曲线 1043">
                    <a:extLst>
                      <a:ext uri="{FF2B5EF4-FFF2-40B4-BE49-F238E27FC236}">
                        <a16:creationId xmlns:a16="http://schemas.microsoft.com/office/drawing/2014/main" id="{06D47D8E-48C3-4AB1-90BA-B8051BC000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45" name="组合 1044">
                    <a:extLst>
                      <a:ext uri="{FF2B5EF4-FFF2-40B4-BE49-F238E27FC236}">
                        <a16:creationId xmlns:a16="http://schemas.microsoft.com/office/drawing/2014/main" id="{696D33D1-A24A-4B23-8DD7-C835346CC3B7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48" name="直接连接符 1047">
                      <a:extLst>
                        <a:ext uri="{FF2B5EF4-FFF2-40B4-BE49-F238E27FC236}">
                          <a16:creationId xmlns:a16="http://schemas.microsoft.com/office/drawing/2014/main" id="{8A6E76BE-D187-4D04-8E54-E29EBE77A1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9" name="连接符: 曲线 1048">
                      <a:extLst>
                        <a:ext uri="{FF2B5EF4-FFF2-40B4-BE49-F238E27FC236}">
                          <a16:creationId xmlns:a16="http://schemas.microsoft.com/office/drawing/2014/main" id="{1F48C49B-475B-4D73-8868-1B82085574D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0" name="连接符: 曲线 1049">
                      <a:extLst>
                        <a:ext uri="{FF2B5EF4-FFF2-40B4-BE49-F238E27FC236}">
                          <a16:creationId xmlns:a16="http://schemas.microsoft.com/office/drawing/2014/main" id="{00358697-19C7-4471-8CEE-9EBAB052B2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46" name="矩形 1045">
                    <a:extLst>
                      <a:ext uri="{FF2B5EF4-FFF2-40B4-BE49-F238E27FC236}">
                        <a16:creationId xmlns:a16="http://schemas.microsoft.com/office/drawing/2014/main" id="{8D008F3F-E84F-462B-B6CB-7CB4F78E60CE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7" name="矩形 1046">
                    <a:extLst>
                      <a:ext uri="{FF2B5EF4-FFF2-40B4-BE49-F238E27FC236}">
                        <a16:creationId xmlns:a16="http://schemas.microsoft.com/office/drawing/2014/main" id="{DD2A9482-AC76-46BD-BF7F-F423AFDD5783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70" name="连接符: 曲线 869">
                  <a:extLst>
                    <a:ext uri="{FF2B5EF4-FFF2-40B4-BE49-F238E27FC236}">
                      <a16:creationId xmlns:a16="http://schemas.microsoft.com/office/drawing/2014/main" id="{9FC6E5BE-A3F9-434B-98D1-56D23AAFEE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0460" y="807020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连接符: 曲线 870">
                  <a:extLst>
                    <a:ext uri="{FF2B5EF4-FFF2-40B4-BE49-F238E27FC236}">
                      <a16:creationId xmlns:a16="http://schemas.microsoft.com/office/drawing/2014/main" id="{0B668837-57E6-47E6-A740-D0429DB23B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602176" y="1589418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2" name="连接符: 曲线 871">
                  <a:extLst>
                    <a:ext uri="{FF2B5EF4-FFF2-40B4-BE49-F238E27FC236}">
                      <a16:creationId xmlns:a16="http://schemas.microsoft.com/office/drawing/2014/main" id="{477CB91B-00E4-4817-8826-48AA1459C5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4055" y="1631259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3" name="连接符: 曲线 872">
                  <a:extLst>
                    <a:ext uri="{FF2B5EF4-FFF2-40B4-BE49-F238E27FC236}">
                      <a16:creationId xmlns:a16="http://schemas.microsoft.com/office/drawing/2014/main" id="{76072826-6A78-43D3-94D6-E76128A7EC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3310" y="2445833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4" name="连接符: 曲线 873">
                  <a:extLst>
                    <a:ext uri="{FF2B5EF4-FFF2-40B4-BE49-F238E27FC236}">
                      <a16:creationId xmlns:a16="http://schemas.microsoft.com/office/drawing/2014/main" id="{3F500C9F-66C7-46B3-B16B-A44C936E6E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598356" y="2412300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5" name="连接符: 曲线 874">
                  <a:extLst>
                    <a:ext uri="{FF2B5EF4-FFF2-40B4-BE49-F238E27FC236}">
                      <a16:creationId xmlns:a16="http://schemas.microsoft.com/office/drawing/2014/main" id="{32DF42D0-2443-49EA-9F1F-C19519128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6632" y="3265501"/>
                  <a:ext cx="182015" cy="60706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6" name="连接符: 曲线 875">
                  <a:extLst>
                    <a:ext uri="{FF2B5EF4-FFF2-40B4-BE49-F238E27FC236}">
                      <a16:creationId xmlns:a16="http://schemas.microsoft.com/office/drawing/2014/main" id="{BDF8DB64-B310-43C1-857A-4F87D718B2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601678" y="3231968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7" name="连接符: 曲线 876">
                  <a:extLst>
                    <a:ext uri="{FF2B5EF4-FFF2-40B4-BE49-F238E27FC236}">
                      <a16:creationId xmlns:a16="http://schemas.microsoft.com/office/drawing/2014/main" id="{5401EF41-6597-49A0-A84A-CFBE9340B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596092" y="4046274"/>
                  <a:ext cx="180300" cy="32070"/>
                </a:xfrm>
                <a:prstGeom prst="curvedConnector2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78" name="组合 877">
                  <a:extLst>
                    <a:ext uri="{FF2B5EF4-FFF2-40B4-BE49-F238E27FC236}">
                      <a16:creationId xmlns:a16="http://schemas.microsoft.com/office/drawing/2014/main" id="{FB730102-DC89-4366-951C-20EFEAF38B08}"/>
                    </a:ext>
                  </a:extLst>
                </p:cNvPr>
                <p:cNvGrpSpPr/>
                <p:nvPr/>
              </p:nvGrpSpPr>
              <p:grpSpPr>
                <a:xfrm>
                  <a:off x="6750472" y="493494"/>
                  <a:ext cx="375566" cy="591468"/>
                  <a:chOff x="8139283" y="609447"/>
                  <a:chExt cx="375566" cy="520689"/>
                </a:xfrm>
              </p:grpSpPr>
              <p:cxnSp>
                <p:nvCxnSpPr>
                  <p:cNvPr id="1036" name="直接连接符 1035">
                    <a:extLst>
                      <a:ext uri="{FF2B5EF4-FFF2-40B4-BE49-F238E27FC236}">
                        <a16:creationId xmlns:a16="http://schemas.microsoft.com/office/drawing/2014/main" id="{54F9FD54-9264-44EC-B0B2-8C4C5EF833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39283" y="657389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7" name="矩形 1036">
                    <a:extLst>
                      <a:ext uri="{FF2B5EF4-FFF2-40B4-BE49-F238E27FC236}">
                        <a16:creationId xmlns:a16="http://schemas.microsoft.com/office/drawing/2014/main" id="{BE1AC309-DD9D-42EE-9E76-05B58DFACC90}"/>
                      </a:ext>
                    </a:extLst>
                  </p:cNvPr>
                  <p:cNvSpPr/>
                  <p:nvPr/>
                </p:nvSpPr>
                <p:spPr>
                  <a:xfrm>
                    <a:off x="8224271" y="609447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38" name="直接连接符 1037">
                    <a:extLst>
                      <a:ext uri="{FF2B5EF4-FFF2-40B4-BE49-F238E27FC236}">
                        <a16:creationId xmlns:a16="http://schemas.microsoft.com/office/drawing/2014/main" id="{CBA3DDE7-9E6A-487E-BDDD-83C58D7C09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44763" y="1095654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9" name="矩形 1038">
                    <a:extLst>
                      <a:ext uri="{FF2B5EF4-FFF2-40B4-BE49-F238E27FC236}">
                        <a16:creationId xmlns:a16="http://schemas.microsoft.com/office/drawing/2014/main" id="{ABD4BA12-3F4A-4A9E-89BB-442501E5F1EF}"/>
                      </a:ext>
                    </a:extLst>
                  </p:cNvPr>
                  <p:cNvSpPr/>
                  <p:nvPr/>
                </p:nvSpPr>
                <p:spPr>
                  <a:xfrm>
                    <a:off x="8229751" y="1047712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79" name="组合 878">
                  <a:extLst>
                    <a:ext uri="{FF2B5EF4-FFF2-40B4-BE49-F238E27FC236}">
                      <a16:creationId xmlns:a16="http://schemas.microsoft.com/office/drawing/2014/main" id="{CDC6660D-5CF8-4563-9264-B95A9B576691}"/>
                    </a:ext>
                  </a:extLst>
                </p:cNvPr>
                <p:cNvGrpSpPr/>
                <p:nvPr/>
              </p:nvGrpSpPr>
              <p:grpSpPr>
                <a:xfrm>
                  <a:off x="6747544" y="1325973"/>
                  <a:ext cx="375566" cy="591468"/>
                  <a:chOff x="8139283" y="609447"/>
                  <a:chExt cx="375566" cy="520689"/>
                </a:xfrm>
              </p:grpSpPr>
              <p:cxnSp>
                <p:nvCxnSpPr>
                  <p:cNvPr id="1032" name="直接连接符 1031">
                    <a:extLst>
                      <a:ext uri="{FF2B5EF4-FFF2-40B4-BE49-F238E27FC236}">
                        <a16:creationId xmlns:a16="http://schemas.microsoft.com/office/drawing/2014/main" id="{149C48DB-E720-4A6C-BF23-5FC55A34AA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39283" y="657389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3" name="矩形 1032">
                    <a:extLst>
                      <a:ext uri="{FF2B5EF4-FFF2-40B4-BE49-F238E27FC236}">
                        <a16:creationId xmlns:a16="http://schemas.microsoft.com/office/drawing/2014/main" id="{45B19E09-1D66-4A58-9503-A5F4EBF22F60}"/>
                      </a:ext>
                    </a:extLst>
                  </p:cNvPr>
                  <p:cNvSpPr/>
                  <p:nvPr/>
                </p:nvSpPr>
                <p:spPr>
                  <a:xfrm>
                    <a:off x="8224271" y="609447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34" name="直接连接符 1033">
                    <a:extLst>
                      <a:ext uri="{FF2B5EF4-FFF2-40B4-BE49-F238E27FC236}">
                        <a16:creationId xmlns:a16="http://schemas.microsoft.com/office/drawing/2014/main" id="{4B81ECE4-EB45-491E-99B1-568F3246F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44763" y="1095654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5" name="矩形 1034">
                    <a:extLst>
                      <a:ext uri="{FF2B5EF4-FFF2-40B4-BE49-F238E27FC236}">
                        <a16:creationId xmlns:a16="http://schemas.microsoft.com/office/drawing/2014/main" id="{D93490E7-A528-4ACD-8A6D-5C6C082FAB95}"/>
                      </a:ext>
                    </a:extLst>
                  </p:cNvPr>
                  <p:cNvSpPr/>
                  <p:nvPr/>
                </p:nvSpPr>
                <p:spPr>
                  <a:xfrm>
                    <a:off x="8229751" y="1047712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80" name="组合 879">
                  <a:extLst>
                    <a:ext uri="{FF2B5EF4-FFF2-40B4-BE49-F238E27FC236}">
                      <a16:creationId xmlns:a16="http://schemas.microsoft.com/office/drawing/2014/main" id="{23956AC8-FB96-45E6-87E2-0957BF6D46F7}"/>
                    </a:ext>
                  </a:extLst>
                </p:cNvPr>
                <p:cNvGrpSpPr/>
                <p:nvPr/>
              </p:nvGrpSpPr>
              <p:grpSpPr>
                <a:xfrm>
                  <a:off x="6754261" y="2129247"/>
                  <a:ext cx="375566" cy="591468"/>
                  <a:chOff x="8139283" y="609447"/>
                  <a:chExt cx="375566" cy="520689"/>
                </a:xfrm>
              </p:grpSpPr>
              <p:cxnSp>
                <p:nvCxnSpPr>
                  <p:cNvPr id="1028" name="直接连接符 1027">
                    <a:extLst>
                      <a:ext uri="{FF2B5EF4-FFF2-40B4-BE49-F238E27FC236}">
                        <a16:creationId xmlns:a16="http://schemas.microsoft.com/office/drawing/2014/main" id="{08A246EA-52F6-4BBC-816C-761751ACEE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39283" y="657389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9" name="矩形 1028">
                    <a:extLst>
                      <a:ext uri="{FF2B5EF4-FFF2-40B4-BE49-F238E27FC236}">
                        <a16:creationId xmlns:a16="http://schemas.microsoft.com/office/drawing/2014/main" id="{1D9E6082-67F7-479B-80F8-2AFCC2C5AD6D}"/>
                      </a:ext>
                    </a:extLst>
                  </p:cNvPr>
                  <p:cNvSpPr/>
                  <p:nvPr/>
                </p:nvSpPr>
                <p:spPr>
                  <a:xfrm>
                    <a:off x="8224271" y="609447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30" name="直接连接符 1029">
                    <a:extLst>
                      <a:ext uri="{FF2B5EF4-FFF2-40B4-BE49-F238E27FC236}">
                        <a16:creationId xmlns:a16="http://schemas.microsoft.com/office/drawing/2014/main" id="{207063BC-AD97-4180-88C4-2DE1031CEF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44763" y="1095654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1" name="矩形 1030">
                    <a:extLst>
                      <a:ext uri="{FF2B5EF4-FFF2-40B4-BE49-F238E27FC236}">
                        <a16:creationId xmlns:a16="http://schemas.microsoft.com/office/drawing/2014/main" id="{12D6FC2B-C3A7-4E60-96C2-80636FAF1636}"/>
                      </a:ext>
                    </a:extLst>
                  </p:cNvPr>
                  <p:cNvSpPr/>
                  <p:nvPr/>
                </p:nvSpPr>
                <p:spPr>
                  <a:xfrm>
                    <a:off x="8229751" y="1047712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81" name="连接符: 曲线 880">
                  <a:extLst>
                    <a:ext uri="{FF2B5EF4-FFF2-40B4-BE49-F238E27FC236}">
                      <a16:creationId xmlns:a16="http://schemas.microsoft.com/office/drawing/2014/main" id="{C609E7EF-11A5-461E-BB5C-6E9810C1C543}"/>
                    </a:ext>
                  </a:extLst>
                </p:cNvPr>
                <p:cNvCxnSpPr>
                  <a:cxnSpLocks/>
                  <a:stCxn id="1086" idx="2"/>
                </p:cNvCxnSpPr>
                <p:nvPr/>
              </p:nvCxnSpPr>
              <p:spPr>
                <a:xfrm flipV="1">
                  <a:off x="6495649" y="547953"/>
                  <a:ext cx="263111" cy="261696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2" name="连接符: 曲线 881">
                  <a:extLst>
                    <a:ext uri="{FF2B5EF4-FFF2-40B4-BE49-F238E27FC236}">
                      <a16:creationId xmlns:a16="http://schemas.microsoft.com/office/drawing/2014/main" id="{6C1B2B9C-262B-4015-B45E-4B076D92F2B9}"/>
                    </a:ext>
                  </a:extLst>
                </p:cNvPr>
                <p:cNvCxnSpPr>
                  <a:stCxn id="1086" idx="2"/>
                </p:cNvCxnSpPr>
                <p:nvPr/>
              </p:nvCxnSpPr>
              <p:spPr>
                <a:xfrm>
                  <a:off x="6495649" y="809649"/>
                  <a:ext cx="263111" cy="236144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3" name="连接符: 曲线 882">
                  <a:extLst>
                    <a:ext uri="{FF2B5EF4-FFF2-40B4-BE49-F238E27FC236}">
                      <a16:creationId xmlns:a16="http://schemas.microsoft.com/office/drawing/2014/main" id="{1480E19D-486B-4A70-A426-7F6CD5F6F006}"/>
                    </a:ext>
                  </a:extLst>
                </p:cNvPr>
                <p:cNvCxnSpPr>
                  <a:cxnSpLocks/>
                  <a:stCxn id="1075" idx="2"/>
                </p:cNvCxnSpPr>
                <p:nvPr/>
              </p:nvCxnSpPr>
              <p:spPr>
                <a:xfrm flipV="1">
                  <a:off x="6497365" y="1377837"/>
                  <a:ext cx="261395" cy="246280"/>
                </a:xfrm>
                <a:prstGeom prst="curvedConnector3">
                  <a:avLst>
                    <a:gd name="adj1" fmla="val 50000"/>
                  </a:avLst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4" name="连接符: 曲线 883">
                  <a:extLst>
                    <a:ext uri="{FF2B5EF4-FFF2-40B4-BE49-F238E27FC236}">
                      <a16:creationId xmlns:a16="http://schemas.microsoft.com/office/drawing/2014/main" id="{BCB146B8-B663-4FA0-AEFB-71FECE8B2849}"/>
                    </a:ext>
                  </a:extLst>
                </p:cNvPr>
                <p:cNvCxnSpPr>
                  <a:stCxn id="1075" idx="2"/>
                </p:cNvCxnSpPr>
                <p:nvPr/>
              </p:nvCxnSpPr>
              <p:spPr>
                <a:xfrm>
                  <a:off x="6497365" y="1624117"/>
                  <a:ext cx="261395" cy="254155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5" name="连接符: 曲线 884">
                  <a:extLst>
                    <a:ext uri="{FF2B5EF4-FFF2-40B4-BE49-F238E27FC236}">
                      <a16:creationId xmlns:a16="http://schemas.microsoft.com/office/drawing/2014/main" id="{163D5523-3C82-40D1-BBDD-FEBF3A3126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95649" y="2188000"/>
                  <a:ext cx="263111" cy="261696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6" name="连接符: 曲线 885">
                  <a:extLst>
                    <a:ext uri="{FF2B5EF4-FFF2-40B4-BE49-F238E27FC236}">
                      <a16:creationId xmlns:a16="http://schemas.microsoft.com/office/drawing/2014/main" id="{C95E13E7-E0F2-4CE6-A9B2-3B5BE1DABBFE}"/>
                    </a:ext>
                  </a:extLst>
                </p:cNvPr>
                <p:cNvCxnSpPr/>
                <p:nvPr/>
              </p:nvCxnSpPr>
              <p:spPr>
                <a:xfrm>
                  <a:off x="6495649" y="2449696"/>
                  <a:ext cx="263111" cy="236144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7" name="组合 886">
                  <a:extLst>
                    <a:ext uri="{FF2B5EF4-FFF2-40B4-BE49-F238E27FC236}">
                      <a16:creationId xmlns:a16="http://schemas.microsoft.com/office/drawing/2014/main" id="{E797FDDC-4854-4E5F-9BF0-6357C817AC30}"/>
                    </a:ext>
                  </a:extLst>
                </p:cNvPr>
                <p:cNvGrpSpPr/>
                <p:nvPr/>
              </p:nvGrpSpPr>
              <p:grpSpPr>
                <a:xfrm>
                  <a:off x="6733209" y="2966407"/>
                  <a:ext cx="375566" cy="591468"/>
                  <a:chOff x="8139283" y="609447"/>
                  <a:chExt cx="375566" cy="520689"/>
                </a:xfrm>
              </p:grpSpPr>
              <p:cxnSp>
                <p:nvCxnSpPr>
                  <p:cNvPr id="1024" name="直接连接符 1023">
                    <a:extLst>
                      <a:ext uri="{FF2B5EF4-FFF2-40B4-BE49-F238E27FC236}">
                        <a16:creationId xmlns:a16="http://schemas.microsoft.com/office/drawing/2014/main" id="{4E6504A2-D73B-42F8-BEE7-8E481023CF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39283" y="657389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5" name="矩形 1024">
                    <a:extLst>
                      <a:ext uri="{FF2B5EF4-FFF2-40B4-BE49-F238E27FC236}">
                        <a16:creationId xmlns:a16="http://schemas.microsoft.com/office/drawing/2014/main" id="{2E687938-A2B6-4AD4-82F2-3DEF60460B96}"/>
                      </a:ext>
                    </a:extLst>
                  </p:cNvPr>
                  <p:cNvSpPr/>
                  <p:nvPr/>
                </p:nvSpPr>
                <p:spPr>
                  <a:xfrm>
                    <a:off x="8224271" y="609447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26" name="直接连接符 1025">
                    <a:extLst>
                      <a:ext uri="{FF2B5EF4-FFF2-40B4-BE49-F238E27FC236}">
                        <a16:creationId xmlns:a16="http://schemas.microsoft.com/office/drawing/2014/main" id="{24856ED2-7F27-42EB-9BE6-6F7CB52B92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44763" y="1095654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7" name="矩形 1026">
                    <a:extLst>
                      <a:ext uri="{FF2B5EF4-FFF2-40B4-BE49-F238E27FC236}">
                        <a16:creationId xmlns:a16="http://schemas.microsoft.com/office/drawing/2014/main" id="{249BA5AB-E5A3-4F64-B6AF-9906BE51D9DC}"/>
                      </a:ext>
                    </a:extLst>
                  </p:cNvPr>
                  <p:cNvSpPr/>
                  <p:nvPr/>
                </p:nvSpPr>
                <p:spPr>
                  <a:xfrm>
                    <a:off x="8229751" y="1047712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88" name="组合 887">
                  <a:extLst>
                    <a:ext uri="{FF2B5EF4-FFF2-40B4-BE49-F238E27FC236}">
                      <a16:creationId xmlns:a16="http://schemas.microsoft.com/office/drawing/2014/main" id="{778C69F4-6DC3-4949-9712-AF91027C35D4}"/>
                    </a:ext>
                  </a:extLst>
                </p:cNvPr>
                <p:cNvGrpSpPr/>
                <p:nvPr/>
              </p:nvGrpSpPr>
              <p:grpSpPr>
                <a:xfrm>
                  <a:off x="6746088" y="3762544"/>
                  <a:ext cx="375566" cy="591468"/>
                  <a:chOff x="8139283" y="609447"/>
                  <a:chExt cx="375566" cy="520689"/>
                </a:xfrm>
              </p:grpSpPr>
              <p:cxnSp>
                <p:nvCxnSpPr>
                  <p:cNvPr id="1020" name="直接连接符 1019">
                    <a:extLst>
                      <a:ext uri="{FF2B5EF4-FFF2-40B4-BE49-F238E27FC236}">
                        <a16:creationId xmlns:a16="http://schemas.microsoft.com/office/drawing/2014/main" id="{23E955D1-1835-4B4F-BC8C-214723B5AE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39283" y="657389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1" name="矩形 1020">
                    <a:extLst>
                      <a:ext uri="{FF2B5EF4-FFF2-40B4-BE49-F238E27FC236}">
                        <a16:creationId xmlns:a16="http://schemas.microsoft.com/office/drawing/2014/main" id="{C83CA499-EEF6-4314-A196-ADE3FDCB4348}"/>
                      </a:ext>
                    </a:extLst>
                  </p:cNvPr>
                  <p:cNvSpPr/>
                  <p:nvPr/>
                </p:nvSpPr>
                <p:spPr>
                  <a:xfrm>
                    <a:off x="8224271" y="609447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22" name="直接连接符 1021">
                    <a:extLst>
                      <a:ext uri="{FF2B5EF4-FFF2-40B4-BE49-F238E27FC236}">
                        <a16:creationId xmlns:a16="http://schemas.microsoft.com/office/drawing/2014/main" id="{EB6F1F78-50E1-4EB4-B5AC-A87C9BA765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44763" y="1095654"/>
                    <a:ext cx="37008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23" name="矩形 1022">
                    <a:extLst>
                      <a:ext uri="{FF2B5EF4-FFF2-40B4-BE49-F238E27FC236}">
                        <a16:creationId xmlns:a16="http://schemas.microsoft.com/office/drawing/2014/main" id="{C2DAC3B9-DF84-479B-95B1-BF0A768D96ED}"/>
                      </a:ext>
                    </a:extLst>
                  </p:cNvPr>
                  <p:cNvSpPr/>
                  <p:nvPr/>
                </p:nvSpPr>
                <p:spPr>
                  <a:xfrm>
                    <a:off x="8229751" y="1047712"/>
                    <a:ext cx="200109" cy="82424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89" name="连接符: 曲线 888">
                  <a:extLst>
                    <a:ext uri="{FF2B5EF4-FFF2-40B4-BE49-F238E27FC236}">
                      <a16:creationId xmlns:a16="http://schemas.microsoft.com/office/drawing/2014/main" id="{230F3E19-031D-40B4-8FD9-4CE980CA55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83030" y="3018271"/>
                  <a:ext cx="261395" cy="246280"/>
                </a:xfrm>
                <a:prstGeom prst="curvedConnector3">
                  <a:avLst>
                    <a:gd name="adj1" fmla="val 50000"/>
                  </a:avLst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0" name="连接符: 曲线 889">
                  <a:extLst>
                    <a:ext uri="{FF2B5EF4-FFF2-40B4-BE49-F238E27FC236}">
                      <a16:creationId xmlns:a16="http://schemas.microsoft.com/office/drawing/2014/main" id="{4CB430C4-7961-4E2D-A516-21B56CA428B3}"/>
                    </a:ext>
                  </a:extLst>
                </p:cNvPr>
                <p:cNvCxnSpPr/>
                <p:nvPr/>
              </p:nvCxnSpPr>
              <p:spPr>
                <a:xfrm>
                  <a:off x="6483030" y="3264551"/>
                  <a:ext cx="261395" cy="254155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1" name="连接符: 曲线 890">
                  <a:extLst>
                    <a:ext uri="{FF2B5EF4-FFF2-40B4-BE49-F238E27FC236}">
                      <a16:creationId xmlns:a16="http://schemas.microsoft.com/office/drawing/2014/main" id="{389DF222-BC08-4BC3-B885-4A41B995CE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99673" y="3815808"/>
                  <a:ext cx="263111" cy="261696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2" name="连接符: 曲线 891">
                  <a:extLst>
                    <a:ext uri="{FF2B5EF4-FFF2-40B4-BE49-F238E27FC236}">
                      <a16:creationId xmlns:a16="http://schemas.microsoft.com/office/drawing/2014/main" id="{A8064F56-94E5-4C81-AD2F-2A8C569B6DBE}"/>
                    </a:ext>
                  </a:extLst>
                </p:cNvPr>
                <p:cNvCxnSpPr/>
                <p:nvPr/>
              </p:nvCxnSpPr>
              <p:spPr>
                <a:xfrm>
                  <a:off x="6499673" y="4077504"/>
                  <a:ext cx="263111" cy="236144"/>
                </a:xfrm>
                <a:prstGeom prst="curvedConnector3">
                  <a:avLst/>
                </a:prstGeom>
                <a:ln w="95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93" name="矩形: 圆角 892">
                  <a:extLst>
                    <a:ext uri="{FF2B5EF4-FFF2-40B4-BE49-F238E27FC236}">
                      <a16:creationId xmlns:a16="http://schemas.microsoft.com/office/drawing/2014/main" id="{AF0AA39F-6787-4C22-A30E-F67E49D315AC}"/>
                    </a:ext>
                  </a:extLst>
                </p:cNvPr>
                <p:cNvSpPr/>
                <p:nvPr/>
              </p:nvSpPr>
              <p:spPr>
                <a:xfrm>
                  <a:off x="480708" y="343665"/>
                  <a:ext cx="1015677" cy="4201408"/>
                </a:xfrm>
                <a:prstGeom prst="roundRect">
                  <a:avLst/>
                </a:prstGeom>
                <a:noFill/>
                <a:ln w="19050">
                  <a:solidFill>
                    <a:srgbClr val="4472C4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QD incoherent </a:t>
                  </a:r>
                </a:p>
                <a:p>
                  <a:pPr algn="ctr"/>
                  <a:r>
                    <a:rPr lang="en-US" altLang="zh-CN" sz="14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laser</a:t>
                  </a:r>
                  <a:endParaRPr lang="zh-CN" altLang="en-US" sz="14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94" name="组合 893">
                  <a:extLst>
                    <a:ext uri="{FF2B5EF4-FFF2-40B4-BE49-F238E27FC236}">
                      <a16:creationId xmlns:a16="http://schemas.microsoft.com/office/drawing/2014/main" id="{9C7911ED-8018-4010-85E2-2D9197B7AD65}"/>
                    </a:ext>
                  </a:extLst>
                </p:cNvPr>
                <p:cNvGrpSpPr/>
                <p:nvPr/>
              </p:nvGrpSpPr>
              <p:grpSpPr>
                <a:xfrm>
                  <a:off x="7391079" y="726655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1009" name="梯形 1008">
                    <a:extLst>
                      <a:ext uri="{FF2B5EF4-FFF2-40B4-BE49-F238E27FC236}">
                        <a16:creationId xmlns:a16="http://schemas.microsoft.com/office/drawing/2014/main" id="{72A84E4C-3B04-4B1B-8CAF-E565B287430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10" name="直接连接符 1009">
                    <a:extLst>
                      <a:ext uri="{FF2B5EF4-FFF2-40B4-BE49-F238E27FC236}">
                        <a16:creationId xmlns:a16="http://schemas.microsoft.com/office/drawing/2014/main" id="{82FE7B60-E5FE-46C4-92CA-CB58B2D4B1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11" name="梯形 1010">
                    <a:extLst>
                      <a:ext uri="{FF2B5EF4-FFF2-40B4-BE49-F238E27FC236}">
                        <a16:creationId xmlns:a16="http://schemas.microsoft.com/office/drawing/2014/main" id="{3B811B4C-D2A1-4FB5-8F5F-4BFE91C5EF2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12" name="连接符: 曲线 1011">
                    <a:extLst>
                      <a:ext uri="{FF2B5EF4-FFF2-40B4-BE49-F238E27FC236}">
                        <a16:creationId xmlns:a16="http://schemas.microsoft.com/office/drawing/2014/main" id="{D887DDF9-E25D-4AA4-95C0-BA37CA6FE4DD}"/>
                      </a:ext>
                    </a:extLst>
                  </p:cNvPr>
                  <p:cNvCxnSpPr>
                    <a:stCxn id="1009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3" name="连接符: 曲线 1012">
                    <a:extLst>
                      <a:ext uri="{FF2B5EF4-FFF2-40B4-BE49-F238E27FC236}">
                        <a16:creationId xmlns:a16="http://schemas.microsoft.com/office/drawing/2014/main" id="{B5C5921A-665D-4511-8B9F-36FED8F57E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14" name="组合 1013">
                    <a:extLst>
                      <a:ext uri="{FF2B5EF4-FFF2-40B4-BE49-F238E27FC236}">
                        <a16:creationId xmlns:a16="http://schemas.microsoft.com/office/drawing/2014/main" id="{D0519FB6-0282-41A8-A2A7-DD385DDAAAC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17" name="直接连接符 1016">
                      <a:extLst>
                        <a:ext uri="{FF2B5EF4-FFF2-40B4-BE49-F238E27FC236}">
                          <a16:creationId xmlns:a16="http://schemas.microsoft.com/office/drawing/2014/main" id="{12EEAD56-1B10-4C7B-B9B4-0052922B2A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8" name="连接符: 曲线 1017">
                      <a:extLst>
                        <a:ext uri="{FF2B5EF4-FFF2-40B4-BE49-F238E27FC236}">
                          <a16:creationId xmlns:a16="http://schemas.microsoft.com/office/drawing/2014/main" id="{9DC5A07F-BA70-4417-B17C-823074295B6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9" name="连接符: 曲线 1018">
                      <a:extLst>
                        <a:ext uri="{FF2B5EF4-FFF2-40B4-BE49-F238E27FC236}">
                          <a16:creationId xmlns:a16="http://schemas.microsoft.com/office/drawing/2014/main" id="{87907106-3656-40A2-AABC-BBCB6E6930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15" name="矩形 1014">
                    <a:extLst>
                      <a:ext uri="{FF2B5EF4-FFF2-40B4-BE49-F238E27FC236}">
                        <a16:creationId xmlns:a16="http://schemas.microsoft.com/office/drawing/2014/main" id="{234672E2-F4BD-4D9F-93EF-049817603DA3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16" name="矩形 1015">
                    <a:extLst>
                      <a:ext uri="{FF2B5EF4-FFF2-40B4-BE49-F238E27FC236}">
                        <a16:creationId xmlns:a16="http://schemas.microsoft.com/office/drawing/2014/main" id="{102209A8-6C92-404F-B630-969C8ED4DA85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95" name="组合 894">
                  <a:extLst>
                    <a:ext uri="{FF2B5EF4-FFF2-40B4-BE49-F238E27FC236}">
                      <a16:creationId xmlns:a16="http://schemas.microsoft.com/office/drawing/2014/main" id="{2A05862D-4079-4BEA-967A-68C15738130F}"/>
                    </a:ext>
                  </a:extLst>
                </p:cNvPr>
                <p:cNvGrpSpPr/>
                <p:nvPr/>
              </p:nvGrpSpPr>
              <p:grpSpPr>
                <a:xfrm>
                  <a:off x="7392795" y="1541123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98" name="梯形 997">
                    <a:extLst>
                      <a:ext uri="{FF2B5EF4-FFF2-40B4-BE49-F238E27FC236}">
                        <a16:creationId xmlns:a16="http://schemas.microsoft.com/office/drawing/2014/main" id="{08631102-483F-4650-9D12-5C207C429AC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99" name="直接连接符 998">
                    <a:extLst>
                      <a:ext uri="{FF2B5EF4-FFF2-40B4-BE49-F238E27FC236}">
                        <a16:creationId xmlns:a16="http://schemas.microsoft.com/office/drawing/2014/main" id="{B36DDA78-0CDA-4D56-AACB-3743DADF28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0" name="梯形 999">
                    <a:extLst>
                      <a:ext uri="{FF2B5EF4-FFF2-40B4-BE49-F238E27FC236}">
                        <a16:creationId xmlns:a16="http://schemas.microsoft.com/office/drawing/2014/main" id="{7F09B612-FD4A-4BC8-9E5E-A03A4B902AA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01" name="连接符: 曲线 1000">
                    <a:extLst>
                      <a:ext uri="{FF2B5EF4-FFF2-40B4-BE49-F238E27FC236}">
                        <a16:creationId xmlns:a16="http://schemas.microsoft.com/office/drawing/2014/main" id="{A4729EBE-7B06-49F6-AA3E-29528E909603}"/>
                      </a:ext>
                    </a:extLst>
                  </p:cNvPr>
                  <p:cNvCxnSpPr>
                    <a:stCxn id="998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2" name="连接符: 曲线 1001">
                    <a:extLst>
                      <a:ext uri="{FF2B5EF4-FFF2-40B4-BE49-F238E27FC236}">
                        <a16:creationId xmlns:a16="http://schemas.microsoft.com/office/drawing/2014/main" id="{AC5CF3C1-A369-4FBC-98D0-183D2162E5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03" name="组合 1002">
                    <a:extLst>
                      <a:ext uri="{FF2B5EF4-FFF2-40B4-BE49-F238E27FC236}">
                        <a16:creationId xmlns:a16="http://schemas.microsoft.com/office/drawing/2014/main" id="{C07CD4D5-A742-486E-BB9D-9CEA63A203C1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1006" name="直接连接符 1005">
                      <a:extLst>
                        <a:ext uri="{FF2B5EF4-FFF2-40B4-BE49-F238E27FC236}">
                          <a16:creationId xmlns:a16="http://schemas.microsoft.com/office/drawing/2014/main" id="{5CC7D87C-C8B4-4CC2-8442-F67D3A6F9C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7" name="连接符: 曲线 1006">
                      <a:extLst>
                        <a:ext uri="{FF2B5EF4-FFF2-40B4-BE49-F238E27FC236}">
                          <a16:creationId xmlns:a16="http://schemas.microsoft.com/office/drawing/2014/main" id="{61E8F168-6F82-4F8A-9499-8988227F3C9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8" name="连接符: 曲线 1007">
                      <a:extLst>
                        <a:ext uri="{FF2B5EF4-FFF2-40B4-BE49-F238E27FC236}">
                          <a16:creationId xmlns:a16="http://schemas.microsoft.com/office/drawing/2014/main" id="{FC55A3F7-7C4B-410D-9836-63DA85D74D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04" name="矩形 1003">
                    <a:extLst>
                      <a:ext uri="{FF2B5EF4-FFF2-40B4-BE49-F238E27FC236}">
                        <a16:creationId xmlns:a16="http://schemas.microsoft.com/office/drawing/2014/main" id="{38146DA9-1DDB-45D1-B31F-659A3D93408F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5" name="矩形 1004">
                    <a:extLst>
                      <a:ext uri="{FF2B5EF4-FFF2-40B4-BE49-F238E27FC236}">
                        <a16:creationId xmlns:a16="http://schemas.microsoft.com/office/drawing/2014/main" id="{D80B24CB-67E4-4BEC-A965-4B186FDD62FB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96" name="组合 895">
                  <a:extLst>
                    <a:ext uri="{FF2B5EF4-FFF2-40B4-BE49-F238E27FC236}">
                      <a16:creationId xmlns:a16="http://schemas.microsoft.com/office/drawing/2014/main" id="{25606B51-1505-44FB-8A3B-A5BC0D6782F0}"/>
                    </a:ext>
                  </a:extLst>
                </p:cNvPr>
                <p:cNvGrpSpPr/>
                <p:nvPr/>
              </p:nvGrpSpPr>
              <p:grpSpPr>
                <a:xfrm>
                  <a:off x="7391023" y="2366029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87" name="梯形 986">
                    <a:extLst>
                      <a:ext uri="{FF2B5EF4-FFF2-40B4-BE49-F238E27FC236}">
                        <a16:creationId xmlns:a16="http://schemas.microsoft.com/office/drawing/2014/main" id="{04D95FB4-4B76-4652-857A-B7804F1375D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88" name="直接连接符 987">
                    <a:extLst>
                      <a:ext uri="{FF2B5EF4-FFF2-40B4-BE49-F238E27FC236}">
                        <a16:creationId xmlns:a16="http://schemas.microsoft.com/office/drawing/2014/main" id="{FDE134BD-60F1-409F-AD3D-F3B93C4A1A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89" name="梯形 988">
                    <a:extLst>
                      <a:ext uri="{FF2B5EF4-FFF2-40B4-BE49-F238E27FC236}">
                        <a16:creationId xmlns:a16="http://schemas.microsoft.com/office/drawing/2014/main" id="{2C55F7D0-7526-4F34-A7B3-19263D3DFE6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90" name="连接符: 曲线 989">
                    <a:extLst>
                      <a:ext uri="{FF2B5EF4-FFF2-40B4-BE49-F238E27FC236}">
                        <a16:creationId xmlns:a16="http://schemas.microsoft.com/office/drawing/2014/main" id="{AE8E209D-7475-442A-8060-6A23E1ECEC88}"/>
                      </a:ext>
                    </a:extLst>
                  </p:cNvPr>
                  <p:cNvCxnSpPr>
                    <a:stCxn id="987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1" name="连接符: 曲线 990">
                    <a:extLst>
                      <a:ext uri="{FF2B5EF4-FFF2-40B4-BE49-F238E27FC236}">
                        <a16:creationId xmlns:a16="http://schemas.microsoft.com/office/drawing/2014/main" id="{70A30B44-AC95-4603-831D-CC2A8E3D21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92" name="组合 991">
                    <a:extLst>
                      <a:ext uri="{FF2B5EF4-FFF2-40B4-BE49-F238E27FC236}">
                        <a16:creationId xmlns:a16="http://schemas.microsoft.com/office/drawing/2014/main" id="{1655C4EC-D3D1-4927-B47D-50DE71CB486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95" name="直接连接符 994">
                      <a:extLst>
                        <a:ext uri="{FF2B5EF4-FFF2-40B4-BE49-F238E27FC236}">
                          <a16:creationId xmlns:a16="http://schemas.microsoft.com/office/drawing/2014/main" id="{C84A81C5-DCC4-4740-AF3E-D8106946FAB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6" name="连接符: 曲线 995">
                      <a:extLst>
                        <a:ext uri="{FF2B5EF4-FFF2-40B4-BE49-F238E27FC236}">
                          <a16:creationId xmlns:a16="http://schemas.microsoft.com/office/drawing/2014/main" id="{2CD73454-8261-4DF0-85AC-2A6E3643990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7" name="连接符: 曲线 996">
                      <a:extLst>
                        <a:ext uri="{FF2B5EF4-FFF2-40B4-BE49-F238E27FC236}">
                          <a16:creationId xmlns:a16="http://schemas.microsoft.com/office/drawing/2014/main" id="{EACD1BC7-2796-46C5-A64F-E44E9A10AD4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93" name="矩形 992">
                    <a:extLst>
                      <a:ext uri="{FF2B5EF4-FFF2-40B4-BE49-F238E27FC236}">
                        <a16:creationId xmlns:a16="http://schemas.microsoft.com/office/drawing/2014/main" id="{75BFD9C8-CA38-408A-93E6-B4138322B1AB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4" name="矩形 993">
                    <a:extLst>
                      <a:ext uri="{FF2B5EF4-FFF2-40B4-BE49-F238E27FC236}">
                        <a16:creationId xmlns:a16="http://schemas.microsoft.com/office/drawing/2014/main" id="{E17B5BF6-9674-4C23-B725-307A170D0D2A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97" name="组合 896">
                  <a:extLst>
                    <a:ext uri="{FF2B5EF4-FFF2-40B4-BE49-F238E27FC236}">
                      <a16:creationId xmlns:a16="http://schemas.microsoft.com/office/drawing/2014/main" id="{B980ACF6-ABC9-4C52-BC62-BA651DA253B7}"/>
                    </a:ext>
                  </a:extLst>
                </p:cNvPr>
                <p:cNvGrpSpPr/>
                <p:nvPr/>
              </p:nvGrpSpPr>
              <p:grpSpPr>
                <a:xfrm>
                  <a:off x="7391023" y="317914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76" name="梯形 975">
                    <a:extLst>
                      <a:ext uri="{FF2B5EF4-FFF2-40B4-BE49-F238E27FC236}">
                        <a16:creationId xmlns:a16="http://schemas.microsoft.com/office/drawing/2014/main" id="{E82FAE02-DED0-415C-AB6F-56DD6C05BE3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77" name="直接连接符 976">
                    <a:extLst>
                      <a:ext uri="{FF2B5EF4-FFF2-40B4-BE49-F238E27FC236}">
                        <a16:creationId xmlns:a16="http://schemas.microsoft.com/office/drawing/2014/main" id="{B0E58ED0-E2A0-4E22-B64A-B5097C77B8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78" name="梯形 977">
                    <a:extLst>
                      <a:ext uri="{FF2B5EF4-FFF2-40B4-BE49-F238E27FC236}">
                        <a16:creationId xmlns:a16="http://schemas.microsoft.com/office/drawing/2014/main" id="{4497B8FE-F1FC-4170-9AF4-2900EF4FD07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79" name="连接符: 曲线 978">
                    <a:extLst>
                      <a:ext uri="{FF2B5EF4-FFF2-40B4-BE49-F238E27FC236}">
                        <a16:creationId xmlns:a16="http://schemas.microsoft.com/office/drawing/2014/main" id="{EB983B20-CB0E-4DF3-92C7-CC6268D1486C}"/>
                      </a:ext>
                    </a:extLst>
                  </p:cNvPr>
                  <p:cNvCxnSpPr>
                    <a:stCxn id="976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0" name="连接符: 曲线 979">
                    <a:extLst>
                      <a:ext uri="{FF2B5EF4-FFF2-40B4-BE49-F238E27FC236}">
                        <a16:creationId xmlns:a16="http://schemas.microsoft.com/office/drawing/2014/main" id="{F777DC2E-ACCE-41E4-BAC8-B7E39FB3AD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81" name="组合 980">
                    <a:extLst>
                      <a:ext uri="{FF2B5EF4-FFF2-40B4-BE49-F238E27FC236}">
                        <a16:creationId xmlns:a16="http://schemas.microsoft.com/office/drawing/2014/main" id="{D2139C7E-06E2-461A-8579-39D2A387385E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84" name="直接连接符 983">
                      <a:extLst>
                        <a:ext uri="{FF2B5EF4-FFF2-40B4-BE49-F238E27FC236}">
                          <a16:creationId xmlns:a16="http://schemas.microsoft.com/office/drawing/2014/main" id="{9A5E5E9A-19CF-435B-AB48-467DBEEAFC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5" name="连接符: 曲线 984">
                      <a:extLst>
                        <a:ext uri="{FF2B5EF4-FFF2-40B4-BE49-F238E27FC236}">
                          <a16:creationId xmlns:a16="http://schemas.microsoft.com/office/drawing/2014/main" id="{A6F79FE8-C942-40AC-B871-09CBF4AD804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6" name="连接符: 曲线 985">
                      <a:extLst>
                        <a:ext uri="{FF2B5EF4-FFF2-40B4-BE49-F238E27FC236}">
                          <a16:creationId xmlns:a16="http://schemas.microsoft.com/office/drawing/2014/main" id="{1F0E5E23-9FAF-4646-BFC1-7AF4574C9E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82" name="矩形 981">
                    <a:extLst>
                      <a:ext uri="{FF2B5EF4-FFF2-40B4-BE49-F238E27FC236}">
                        <a16:creationId xmlns:a16="http://schemas.microsoft.com/office/drawing/2014/main" id="{37A2BAE8-0575-4D91-BAEA-92B1D4A6B07F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3" name="矩形 982">
                    <a:extLst>
                      <a:ext uri="{FF2B5EF4-FFF2-40B4-BE49-F238E27FC236}">
                        <a16:creationId xmlns:a16="http://schemas.microsoft.com/office/drawing/2014/main" id="{B098D9F5-42C3-475C-BF33-B0B10EB25991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98" name="组合 897">
                  <a:extLst>
                    <a:ext uri="{FF2B5EF4-FFF2-40B4-BE49-F238E27FC236}">
                      <a16:creationId xmlns:a16="http://schemas.microsoft.com/office/drawing/2014/main" id="{CEFDE4ED-6B09-46DB-97F5-7A5E9E6613BA}"/>
                    </a:ext>
                  </a:extLst>
                </p:cNvPr>
                <p:cNvGrpSpPr/>
                <p:nvPr/>
              </p:nvGrpSpPr>
              <p:grpSpPr>
                <a:xfrm>
                  <a:off x="7391023" y="400035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65" name="梯形 964">
                    <a:extLst>
                      <a:ext uri="{FF2B5EF4-FFF2-40B4-BE49-F238E27FC236}">
                        <a16:creationId xmlns:a16="http://schemas.microsoft.com/office/drawing/2014/main" id="{4DD96A3D-0992-447E-BBC5-3D52128794D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66" name="直接连接符 965">
                    <a:extLst>
                      <a:ext uri="{FF2B5EF4-FFF2-40B4-BE49-F238E27FC236}">
                        <a16:creationId xmlns:a16="http://schemas.microsoft.com/office/drawing/2014/main" id="{3DE9F98F-FE88-4238-96DD-BFE53AE436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7" name="梯形 966">
                    <a:extLst>
                      <a:ext uri="{FF2B5EF4-FFF2-40B4-BE49-F238E27FC236}">
                        <a16:creationId xmlns:a16="http://schemas.microsoft.com/office/drawing/2014/main" id="{329AA8CD-CF94-41CF-8A23-C504298382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68" name="连接符: 曲线 967">
                    <a:extLst>
                      <a:ext uri="{FF2B5EF4-FFF2-40B4-BE49-F238E27FC236}">
                        <a16:creationId xmlns:a16="http://schemas.microsoft.com/office/drawing/2014/main" id="{9F5555AC-B4B9-4B87-B9B9-C7F567715F8B}"/>
                      </a:ext>
                    </a:extLst>
                  </p:cNvPr>
                  <p:cNvCxnSpPr>
                    <a:stCxn id="965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9" name="连接符: 曲线 968">
                    <a:extLst>
                      <a:ext uri="{FF2B5EF4-FFF2-40B4-BE49-F238E27FC236}">
                        <a16:creationId xmlns:a16="http://schemas.microsoft.com/office/drawing/2014/main" id="{6F813142-AA21-4ED8-A9EB-AB8A9DD6CB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70" name="组合 969">
                    <a:extLst>
                      <a:ext uri="{FF2B5EF4-FFF2-40B4-BE49-F238E27FC236}">
                        <a16:creationId xmlns:a16="http://schemas.microsoft.com/office/drawing/2014/main" id="{8E8BDE0E-207E-49BD-9405-AF00D9C34EF9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73" name="直接连接符 972">
                      <a:extLst>
                        <a:ext uri="{FF2B5EF4-FFF2-40B4-BE49-F238E27FC236}">
                          <a16:creationId xmlns:a16="http://schemas.microsoft.com/office/drawing/2014/main" id="{FC8FDA50-EBEC-411A-A114-4B74D78F2B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4" name="连接符: 曲线 973">
                      <a:extLst>
                        <a:ext uri="{FF2B5EF4-FFF2-40B4-BE49-F238E27FC236}">
                          <a16:creationId xmlns:a16="http://schemas.microsoft.com/office/drawing/2014/main" id="{15B74A71-0822-4BE8-B0DA-368D18DAC2F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5" name="连接符: 曲线 974">
                      <a:extLst>
                        <a:ext uri="{FF2B5EF4-FFF2-40B4-BE49-F238E27FC236}">
                          <a16:creationId xmlns:a16="http://schemas.microsoft.com/office/drawing/2014/main" id="{47B1FAC3-F8F4-47D1-94BD-B8CF4A1837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71" name="矩形 970">
                    <a:extLst>
                      <a:ext uri="{FF2B5EF4-FFF2-40B4-BE49-F238E27FC236}">
                        <a16:creationId xmlns:a16="http://schemas.microsoft.com/office/drawing/2014/main" id="{E2002BAA-87DC-450A-85BB-4213AAF4DD6D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72" name="矩形 971">
                    <a:extLst>
                      <a:ext uri="{FF2B5EF4-FFF2-40B4-BE49-F238E27FC236}">
                        <a16:creationId xmlns:a16="http://schemas.microsoft.com/office/drawing/2014/main" id="{9AAC5D54-B64F-416A-A7D6-C80B78A490DF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899" name="连接符: 曲线 898">
                  <a:extLst>
                    <a:ext uri="{FF2B5EF4-FFF2-40B4-BE49-F238E27FC236}">
                      <a16:creationId xmlns:a16="http://schemas.microsoft.com/office/drawing/2014/main" id="{AF37D753-B378-486D-9F06-0E2CDF2DFA99}"/>
                    </a:ext>
                  </a:extLst>
                </p:cNvPr>
                <p:cNvCxnSpPr>
                  <a:cxnSpLocks/>
                  <a:endCxn id="1009" idx="2"/>
                </p:cNvCxnSpPr>
                <p:nvPr/>
              </p:nvCxnSpPr>
              <p:spPr>
                <a:xfrm>
                  <a:off x="7116174" y="547953"/>
                  <a:ext cx="274905" cy="259335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0" name="连接符: 曲线 899">
                  <a:extLst>
                    <a:ext uri="{FF2B5EF4-FFF2-40B4-BE49-F238E27FC236}">
                      <a16:creationId xmlns:a16="http://schemas.microsoft.com/office/drawing/2014/main" id="{5D7832BD-C0CD-4A8C-A6E7-F83F0A7D4F44}"/>
                    </a:ext>
                  </a:extLst>
                </p:cNvPr>
                <p:cNvCxnSpPr>
                  <a:endCxn id="998" idx="2"/>
                </p:cNvCxnSpPr>
                <p:nvPr/>
              </p:nvCxnSpPr>
              <p:spPr>
                <a:xfrm>
                  <a:off x="7129827" y="1380432"/>
                  <a:ext cx="262968" cy="241324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1" name="连接符: 曲线 900">
                  <a:extLst>
                    <a:ext uri="{FF2B5EF4-FFF2-40B4-BE49-F238E27FC236}">
                      <a16:creationId xmlns:a16="http://schemas.microsoft.com/office/drawing/2014/main" id="{D61838D1-804E-46AF-B240-3A565465C346}"/>
                    </a:ext>
                  </a:extLst>
                </p:cNvPr>
                <p:cNvCxnSpPr>
                  <a:cxnSpLocks/>
                  <a:endCxn id="987" idx="2"/>
                </p:cNvCxnSpPr>
                <p:nvPr/>
              </p:nvCxnSpPr>
              <p:spPr>
                <a:xfrm>
                  <a:off x="7095883" y="2182540"/>
                  <a:ext cx="295140" cy="264122"/>
                </a:xfrm>
                <a:prstGeom prst="curvedConnector3">
                  <a:avLst>
                    <a:gd name="adj1" fmla="val 50000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2" name="连接符: 曲线 901">
                  <a:extLst>
                    <a:ext uri="{FF2B5EF4-FFF2-40B4-BE49-F238E27FC236}">
                      <a16:creationId xmlns:a16="http://schemas.microsoft.com/office/drawing/2014/main" id="{EB161417-9A4D-434E-86EE-C054E5D6BBC3}"/>
                    </a:ext>
                  </a:extLst>
                </p:cNvPr>
                <p:cNvCxnSpPr>
                  <a:endCxn id="987" idx="2"/>
                </p:cNvCxnSpPr>
                <p:nvPr/>
              </p:nvCxnSpPr>
              <p:spPr>
                <a:xfrm flipV="1">
                  <a:off x="7129827" y="2446662"/>
                  <a:ext cx="261196" cy="239178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3" name="连接符: 曲线 902">
                  <a:extLst>
                    <a:ext uri="{FF2B5EF4-FFF2-40B4-BE49-F238E27FC236}">
                      <a16:creationId xmlns:a16="http://schemas.microsoft.com/office/drawing/2014/main" id="{F335ADC0-81E9-489B-B418-4CB9787D8808}"/>
                    </a:ext>
                  </a:extLst>
                </p:cNvPr>
                <p:cNvCxnSpPr>
                  <a:endCxn id="998" idx="2"/>
                </p:cNvCxnSpPr>
                <p:nvPr/>
              </p:nvCxnSpPr>
              <p:spPr>
                <a:xfrm flipV="1">
                  <a:off x="7123110" y="1621756"/>
                  <a:ext cx="269685" cy="242742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4" name="连接符: 曲线 903">
                  <a:extLst>
                    <a:ext uri="{FF2B5EF4-FFF2-40B4-BE49-F238E27FC236}">
                      <a16:creationId xmlns:a16="http://schemas.microsoft.com/office/drawing/2014/main" id="{AFB49A33-89B1-497F-B7C2-89F75F465F6A}"/>
                    </a:ext>
                  </a:extLst>
                </p:cNvPr>
                <p:cNvCxnSpPr>
                  <a:endCxn id="1009" idx="2"/>
                </p:cNvCxnSpPr>
                <p:nvPr/>
              </p:nvCxnSpPr>
              <p:spPr>
                <a:xfrm flipV="1">
                  <a:off x="7135594" y="807288"/>
                  <a:ext cx="255485" cy="236144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5" name="连接符: 曲线 904">
                  <a:extLst>
                    <a:ext uri="{FF2B5EF4-FFF2-40B4-BE49-F238E27FC236}">
                      <a16:creationId xmlns:a16="http://schemas.microsoft.com/office/drawing/2014/main" id="{D17ABFE2-FD93-4557-AEA6-7FA98932DFF7}"/>
                    </a:ext>
                  </a:extLst>
                </p:cNvPr>
                <p:cNvCxnSpPr>
                  <a:endCxn id="976" idx="2"/>
                </p:cNvCxnSpPr>
                <p:nvPr/>
              </p:nvCxnSpPr>
              <p:spPr>
                <a:xfrm>
                  <a:off x="7095883" y="3020866"/>
                  <a:ext cx="295140" cy="238914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6" name="连接符: 曲线 905">
                  <a:extLst>
                    <a:ext uri="{FF2B5EF4-FFF2-40B4-BE49-F238E27FC236}">
                      <a16:creationId xmlns:a16="http://schemas.microsoft.com/office/drawing/2014/main" id="{C7FC3B7A-1D68-4B9E-9792-45CEBEA56DA2}"/>
                    </a:ext>
                  </a:extLst>
                </p:cNvPr>
                <p:cNvCxnSpPr>
                  <a:endCxn id="976" idx="2"/>
                </p:cNvCxnSpPr>
                <p:nvPr/>
              </p:nvCxnSpPr>
              <p:spPr>
                <a:xfrm flipV="1">
                  <a:off x="7092078" y="3259780"/>
                  <a:ext cx="298945" cy="257120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7" name="连接符: 曲线 906">
                  <a:extLst>
                    <a:ext uri="{FF2B5EF4-FFF2-40B4-BE49-F238E27FC236}">
                      <a16:creationId xmlns:a16="http://schemas.microsoft.com/office/drawing/2014/main" id="{61C85A0C-E0DF-4A09-886F-F26F48EDE523}"/>
                    </a:ext>
                  </a:extLst>
                </p:cNvPr>
                <p:cNvCxnSpPr>
                  <a:endCxn id="965" idx="2"/>
                </p:cNvCxnSpPr>
                <p:nvPr/>
              </p:nvCxnSpPr>
              <p:spPr>
                <a:xfrm>
                  <a:off x="7103295" y="3815808"/>
                  <a:ext cx="287728" cy="265176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8" name="连接符: 曲线 907">
                  <a:extLst>
                    <a:ext uri="{FF2B5EF4-FFF2-40B4-BE49-F238E27FC236}">
                      <a16:creationId xmlns:a16="http://schemas.microsoft.com/office/drawing/2014/main" id="{C243D02D-A302-4593-AD11-783B96E58A6C}"/>
                    </a:ext>
                  </a:extLst>
                </p:cNvPr>
                <p:cNvCxnSpPr>
                  <a:cxnSpLocks/>
                  <a:endCxn id="965" idx="2"/>
                </p:cNvCxnSpPr>
                <p:nvPr/>
              </p:nvCxnSpPr>
              <p:spPr>
                <a:xfrm flipV="1">
                  <a:off x="7104254" y="4080984"/>
                  <a:ext cx="286769" cy="231507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09" name="组合 908">
                  <a:extLst>
                    <a:ext uri="{FF2B5EF4-FFF2-40B4-BE49-F238E27FC236}">
                      <a16:creationId xmlns:a16="http://schemas.microsoft.com/office/drawing/2014/main" id="{B232F467-BFA4-4EE1-821F-8AB0B78E1C7E}"/>
                    </a:ext>
                  </a:extLst>
                </p:cNvPr>
                <p:cNvGrpSpPr/>
                <p:nvPr/>
              </p:nvGrpSpPr>
              <p:grpSpPr>
                <a:xfrm>
                  <a:off x="8544436" y="1547810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54" name="梯形 953">
                    <a:extLst>
                      <a:ext uri="{FF2B5EF4-FFF2-40B4-BE49-F238E27FC236}">
                        <a16:creationId xmlns:a16="http://schemas.microsoft.com/office/drawing/2014/main" id="{2228DB3A-6F89-4834-A901-B09B977F08B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55" name="直接连接符 954">
                    <a:extLst>
                      <a:ext uri="{FF2B5EF4-FFF2-40B4-BE49-F238E27FC236}">
                        <a16:creationId xmlns:a16="http://schemas.microsoft.com/office/drawing/2014/main" id="{DF94E296-15B5-4571-BC66-6CC4E831EE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56" name="梯形 955">
                    <a:extLst>
                      <a:ext uri="{FF2B5EF4-FFF2-40B4-BE49-F238E27FC236}">
                        <a16:creationId xmlns:a16="http://schemas.microsoft.com/office/drawing/2014/main" id="{69399137-01A8-4C68-8247-B9E38C9AC60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57" name="连接符: 曲线 956">
                    <a:extLst>
                      <a:ext uri="{FF2B5EF4-FFF2-40B4-BE49-F238E27FC236}">
                        <a16:creationId xmlns:a16="http://schemas.microsoft.com/office/drawing/2014/main" id="{F05296AB-CFCA-4DA5-86DE-DF1F3F608D24}"/>
                      </a:ext>
                    </a:extLst>
                  </p:cNvPr>
                  <p:cNvCxnSpPr>
                    <a:stCxn id="954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8" name="连接符: 曲线 957">
                    <a:extLst>
                      <a:ext uri="{FF2B5EF4-FFF2-40B4-BE49-F238E27FC236}">
                        <a16:creationId xmlns:a16="http://schemas.microsoft.com/office/drawing/2014/main" id="{AFE2B1CE-8D31-4A2D-ABA4-FFD6B7A0B5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59" name="组合 958">
                    <a:extLst>
                      <a:ext uri="{FF2B5EF4-FFF2-40B4-BE49-F238E27FC236}">
                        <a16:creationId xmlns:a16="http://schemas.microsoft.com/office/drawing/2014/main" id="{ADAC9BBE-D337-4D96-874A-BC914B3997B0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62" name="直接连接符 961">
                      <a:extLst>
                        <a:ext uri="{FF2B5EF4-FFF2-40B4-BE49-F238E27FC236}">
                          <a16:creationId xmlns:a16="http://schemas.microsoft.com/office/drawing/2014/main" id="{02DA1047-9AD0-417E-8E33-6CECA16970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3" name="连接符: 曲线 962">
                      <a:extLst>
                        <a:ext uri="{FF2B5EF4-FFF2-40B4-BE49-F238E27FC236}">
                          <a16:creationId xmlns:a16="http://schemas.microsoft.com/office/drawing/2014/main" id="{C42C0D36-7C02-47E3-817E-90750E50398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4" name="连接符: 曲线 963">
                      <a:extLst>
                        <a:ext uri="{FF2B5EF4-FFF2-40B4-BE49-F238E27FC236}">
                          <a16:creationId xmlns:a16="http://schemas.microsoft.com/office/drawing/2014/main" id="{7083ECE3-71B4-4B56-9067-A1302DC9339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60" name="矩形 959">
                    <a:extLst>
                      <a:ext uri="{FF2B5EF4-FFF2-40B4-BE49-F238E27FC236}">
                        <a16:creationId xmlns:a16="http://schemas.microsoft.com/office/drawing/2014/main" id="{027B0718-70D1-4D8B-8F18-F6BF2CA1AA59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61" name="矩形 960">
                    <a:extLst>
                      <a:ext uri="{FF2B5EF4-FFF2-40B4-BE49-F238E27FC236}">
                        <a16:creationId xmlns:a16="http://schemas.microsoft.com/office/drawing/2014/main" id="{4953D642-0E4C-425B-B0E4-72B27D1A0890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10" name="组合 909">
                  <a:extLst>
                    <a:ext uri="{FF2B5EF4-FFF2-40B4-BE49-F238E27FC236}">
                      <a16:creationId xmlns:a16="http://schemas.microsoft.com/office/drawing/2014/main" id="{70E17946-0230-4C6A-8F2D-6A801B8DA487}"/>
                    </a:ext>
                  </a:extLst>
                </p:cNvPr>
                <p:cNvGrpSpPr/>
                <p:nvPr/>
              </p:nvGrpSpPr>
              <p:grpSpPr>
                <a:xfrm>
                  <a:off x="8542664" y="2372716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43" name="梯形 942">
                    <a:extLst>
                      <a:ext uri="{FF2B5EF4-FFF2-40B4-BE49-F238E27FC236}">
                        <a16:creationId xmlns:a16="http://schemas.microsoft.com/office/drawing/2014/main" id="{1B0098FF-3F66-469A-A420-21A89B61E39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44" name="直接连接符 943">
                    <a:extLst>
                      <a:ext uri="{FF2B5EF4-FFF2-40B4-BE49-F238E27FC236}">
                        <a16:creationId xmlns:a16="http://schemas.microsoft.com/office/drawing/2014/main" id="{F56BFD56-0C4B-4060-B810-E30132F034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5" name="梯形 944">
                    <a:extLst>
                      <a:ext uri="{FF2B5EF4-FFF2-40B4-BE49-F238E27FC236}">
                        <a16:creationId xmlns:a16="http://schemas.microsoft.com/office/drawing/2014/main" id="{AF68FC48-CB81-45CE-A003-40CBD94496F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46" name="连接符: 曲线 945">
                    <a:extLst>
                      <a:ext uri="{FF2B5EF4-FFF2-40B4-BE49-F238E27FC236}">
                        <a16:creationId xmlns:a16="http://schemas.microsoft.com/office/drawing/2014/main" id="{5FF8E151-4C20-4045-895E-23F6F74127AF}"/>
                      </a:ext>
                    </a:extLst>
                  </p:cNvPr>
                  <p:cNvCxnSpPr>
                    <a:stCxn id="943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7" name="连接符: 曲线 946">
                    <a:extLst>
                      <a:ext uri="{FF2B5EF4-FFF2-40B4-BE49-F238E27FC236}">
                        <a16:creationId xmlns:a16="http://schemas.microsoft.com/office/drawing/2014/main" id="{BCCFC5D8-B4DB-4791-AC4D-65B1AFAB03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48" name="组合 947">
                    <a:extLst>
                      <a:ext uri="{FF2B5EF4-FFF2-40B4-BE49-F238E27FC236}">
                        <a16:creationId xmlns:a16="http://schemas.microsoft.com/office/drawing/2014/main" id="{9E6C0761-24A6-4ED3-8D7E-997E6E144E03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51" name="直接连接符 950">
                      <a:extLst>
                        <a:ext uri="{FF2B5EF4-FFF2-40B4-BE49-F238E27FC236}">
                          <a16:creationId xmlns:a16="http://schemas.microsoft.com/office/drawing/2014/main" id="{7EE172FC-FC24-4949-AFEB-CD42AF8C2C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2" name="连接符: 曲线 951">
                      <a:extLst>
                        <a:ext uri="{FF2B5EF4-FFF2-40B4-BE49-F238E27FC236}">
                          <a16:creationId xmlns:a16="http://schemas.microsoft.com/office/drawing/2014/main" id="{BE2E5C84-264D-49AE-9C44-105384110D9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3" name="连接符: 曲线 952">
                      <a:extLst>
                        <a:ext uri="{FF2B5EF4-FFF2-40B4-BE49-F238E27FC236}">
                          <a16:creationId xmlns:a16="http://schemas.microsoft.com/office/drawing/2014/main" id="{996E0FC1-0D6D-45A1-8104-61F03292F4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49" name="矩形 948">
                    <a:extLst>
                      <a:ext uri="{FF2B5EF4-FFF2-40B4-BE49-F238E27FC236}">
                        <a16:creationId xmlns:a16="http://schemas.microsoft.com/office/drawing/2014/main" id="{171265F5-49CB-4183-8F19-CBC9F741E5FE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0" name="矩形 949">
                    <a:extLst>
                      <a:ext uri="{FF2B5EF4-FFF2-40B4-BE49-F238E27FC236}">
                        <a16:creationId xmlns:a16="http://schemas.microsoft.com/office/drawing/2014/main" id="{7D6AA3EE-7D31-40BA-A599-1FB757D15170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11" name="组合 910">
                  <a:extLst>
                    <a:ext uri="{FF2B5EF4-FFF2-40B4-BE49-F238E27FC236}">
                      <a16:creationId xmlns:a16="http://schemas.microsoft.com/office/drawing/2014/main" id="{4B27C4E3-5AA4-4149-B385-8256AF4516C9}"/>
                    </a:ext>
                  </a:extLst>
                </p:cNvPr>
                <p:cNvGrpSpPr/>
                <p:nvPr/>
              </p:nvGrpSpPr>
              <p:grpSpPr>
                <a:xfrm>
                  <a:off x="9392178" y="1968851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32" name="梯形 931">
                    <a:extLst>
                      <a:ext uri="{FF2B5EF4-FFF2-40B4-BE49-F238E27FC236}">
                        <a16:creationId xmlns:a16="http://schemas.microsoft.com/office/drawing/2014/main" id="{9471E2C0-70F9-4908-97AB-AE7EAE03C6D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33" name="直接连接符 932">
                    <a:extLst>
                      <a:ext uri="{FF2B5EF4-FFF2-40B4-BE49-F238E27FC236}">
                        <a16:creationId xmlns:a16="http://schemas.microsoft.com/office/drawing/2014/main" id="{47D59D61-179A-4039-A497-ACE8D8790A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4" name="梯形 933">
                    <a:extLst>
                      <a:ext uri="{FF2B5EF4-FFF2-40B4-BE49-F238E27FC236}">
                        <a16:creationId xmlns:a16="http://schemas.microsoft.com/office/drawing/2014/main" id="{A593925E-3437-4391-9D54-30A6695421F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35" name="连接符: 曲线 934">
                    <a:extLst>
                      <a:ext uri="{FF2B5EF4-FFF2-40B4-BE49-F238E27FC236}">
                        <a16:creationId xmlns:a16="http://schemas.microsoft.com/office/drawing/2014/main" id="{B1B0EF8A-F059-4AB1-9E07-D13AA724EAE2}"/>
                      </a:ext>
                    </a:extLst>
                  </p:cNvPr>
                  <p:cNvCxnSpPr>
                    <a:stCxn id="932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6" name="连接符: 曲线 935">
                    <a:extLst>
                      <a:ext uri="{FF2B5EF4-FFF2-40B4-BE49-F238E27FC236}">
                        <a16:creationId xmlns:a16="http://schemas.microsoft.com/office/drawing/2014/main" id="{2503D509-7C7A-44BD-9F7F-5577243913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7" name="组合 936">
                    <a:extLst>
                      <a:ext uri="{FF2B5EF4-FFF2-40B4-BE49-F238E27FC236}">
                        <a16:creationId xmlns:a16="http://schemas.microsoft.com/office/drawing/2014/main" id="{9B6245B6-B2D8-4E6D-9008-E479BD752916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40" name="直接连接符 939">
                      <a:extLst>
                        <a:ext uri="{FF2B5EF4-FFF2-40B4-BE49-F238E27FC236}">
                          <a16:creationId xmlns:a16="http://schemas.microsoft.com/office/drawing/2014/main" id="{148A46D0-4933-4A3F-AFA5-EF46167880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1" name="连接符: 曲线 940">
                      <a:extLst>
                        <a:ext uri="{FF2B5EF4-FFF2-40B4-BE49-F238E27FC236}">
                          <a16:creationId xmlns:a16="http://schemas.microsoft.com/office/drawing/2014/main" id="{28B49FD6-4A44-4D7A-A464-8C7B393A360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2" name="连接符: 曲线 941">
                      <a:extLst>
                        <a:ext uri="{FF2B5EF4-FFF2-40B4-BE49-F238E27FC236}">
                          <a16:creationId xmlns:a16="http://schemas.microsoft.com/office/drawing/2014/main" id="{1D54493B-2BAB-40F7-ADE2-243A28DC15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38" name="矩形 937">
                    <a:extLst>
                      <a:ext uri="{FF2B5EF4-FFF2-40B4-BE49-F238E27FC236}">
                        <a16:creationId xmlns:a16="http://schemas.microsoft.com/office/drawing/2014/main" id="{097CD67E-B501-4400-92C0-638A4CAA8B64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9" name="矩形 938">
                    <a:extLst>
                      <a:ext uri="{FF2B5EF4-FFF2-40B4-BE49-F238E27FC236}">
                        <a16:creationId xmlns:a16="http://schemas.microsoft.com/office/drawing/2014/main" id="{04924FC3-E320-44A6-A93F-AB3337E81BD2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12" name="组合 911">
                  <a:extLst>
                    <a:ext uri="{FF2B5EF4-FFF2-40B4-BE49-F238E27FC236}">
                      <a16:creationId xmlns:a16="http://schemas.microsoft.com/office/drawing/2014/main" id="{8C894190-652A-4ADD-81D6-9770433CEBFD}"/>
                    </a:ext>
                  </a:extLst>
                </p:cNvPr>
                <p:cNvGrpSpPr/>
                <p:nvPr/>
              </p:nvGrpSpPr>
              <p:grpSpPr>
                <a:xfrm>
                  <a:off x="10376517" y="2393157"/>
                  <a:ext cx="721692" cy="182550"/>
                  <a:chOff x="3910519" y="1966452"/>
                  <a:chExt cx="2513883" cy="762655"/>
                </a:xfrm>
              </p:grpSpPr>
              <p:sp>
                <p:nvSpPr>
                  <p:cNvPr id="921" name="梯形 920">
                    <a:extLst>
                      <a:ext uri="{FF2B5EF4-FFF2-40B4-BE49-F238E27FC236}">
                        <a16:creationId xmlns:a16="http://schemas.microsoft.com/office/drawing/2014/main" id="{E7F46C42-F5A4-4162-9A25-1C28436CFDE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90474" y="2169860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22" name="直接连接符 921">
                    <a:extLst>
                      <a:ext uri="{FF2B5EF4-FFF2-40B4-BE49-F238E27FC236}">
                        <a16:creationId xmlns:a16="http://schemas.microsoft.com/office/drawing/2014/main" id="{6895FFDB-AD1F-4921-BB57-0408114277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24919" y="21025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3" name="梯形 922">
                    <a:extLst>
                      <a:ext uri="{FF2B5EF4-FFF2-40B4-BE49-F238E27FC236}">
                        <a16:creationId xmlns:a16="http://schemas.microsoft.com/office/drawing/2014/main" id="{D9BFD7D0-EE93-4E76-98FC-A92819F8CC2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237441" y="2169859"/>
                    <a:ext cx="107005" cy="266916"/>
                  </a:xfrm>
                  <a:prstGeom prst="trapezoid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24" name="连接符: 曲线 923">
                    <a:extLst>
                      <a:ext uri="{FF2B5EF4-FFF2-40B4-BE49-F238E27FC236}">
                        <a16:creationId xmlns:a16="http://schemas.microsoft.com/office/drawing/2014/main" id="{E659E81B-DB8C-48C0-963B-724AC1C76B1B}"/>
                      </a:ext>
                    </a:extLst>
                  </p:cNvPr>
                  <p:cNvCxnSpPr>
                    <a:stCxn id="921" idx="0"/>
                  </p:cNvCxnSpPr>
                  <p:nvPr/>
                </p:nvCxnSpPr>
                <p:spPr>
                  <a:xfrm flipV="1">
                    <a:off x="4177435" y="21025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5" name="连接符: 曲线 924">
                    <a:extLst>
                      <a:ext uri="{FF2B5EF4-FFF2-40B4-BE49-F238E27FC236}">
                        <a16:creationId xmlns:a16="http://schemas.microsoft.com/office/drawing/2014/main" id="{3E6E1EB4-5291-483A-9490-584E393F9B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498734" y="2102596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26" name="组合 925">
                    <a:extLst>
                      <a:ext uri="{FF2B5EF4-FFF2-40B4-BE49-F238E27FC236}">
                        <a16:creationId xmlns:a16="http://schemas.microsoft.com/office/drawing/2014/main" id="{8C6F2213-6E67-463B-80AC-F5D356A9BFF5}"/>
                      </a:ext>
                    </a:extLst>
                  </p:cNvPr>
                  <p:cNvGrpSpPr/>
                  <p:nvPr/>
                </p:nvGrpSpPr>
                <p:grpSpPr>
                  <a:xfrm flipV="1">
                    <a:off x="4192049" y="2300972"/>
                    <a:ext cx="1968783" cy="210553"/>
                    <a:chOff x="4329835" y="2254997"/>
                    <a:chExt cx="1968783" cy="210553"/>
                  </a:xfrm>
                </p:grpSpPr>
                <p:cxnSp>
                  <p:nvCxnSpPr>
                    <p:cNvPr id="929" name="直接连接符 928">
                      <a:extLst>
                        <a:ext uri="{FF2B5EF4-FFF2-40B4-BE49-F238E27FC236}">
                          <a16:creationId xmlns:a16="http://schemas.microsoft.com/office/drawing/2014/main" id="{D6693902-246F-4FBF-91C8-AF00A33FAD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50742" y="2254997"/>
                      <a:ext cx="700392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0" name="连接符: 曲线 929">
                      <a:extLst>
                        <a:ext uri="{FF2B5EF4-FFF2-40B4-BE49-F238E27FC236}">
                          <a16:creationId xmlns:a16="http://schemas.microsoft.com/office/drawing/2014/main" id="{21BB10B8-CEB3-46E8-B7D7-2C447277101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329835" y="2254997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1" name="连接符: 曲线 930">
                      <a:extLst>
                        <a:ext uri="{FF2B5EF4-FFF2-40B4-BE49-F238E27FC236}">
                          <a16:creationId xmlns:a16="http://schemas.microsoft.com/office/drawing/2014/main" id="{7520012D-3B7D-423E-8039-ACA8FE57F6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651134" y="2264828"/>
                      <a:ext cx="647484" cy="200722"/>
                    </a:xfrm>
                    <a:prstGeom prst="curvedConnector3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27" name="矩形 926">
                    <a:extLst>
                      <a:ext uri="{FF2B5EF4-FFF2-40B4-BE49-F238E27FC236}">
                        <a16:creationId xmlns:a16="http://schemas.microsoft.com/office/drawing/2014/main" id="{940FF301-8654-4181-81EB-D149AB0B2AFE}"/>
                      </a:ext>
                    </a:extLst>
                  </p:cNvPr>
                  <p:cNvSpPr/>
                  <p:nvPr/>
                </p:nvSpPr>
                <p:spPr>
                  <a:xfrm>
                    <a:off x="4839533" y="1966452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8" name="矩形 927">
                    <a:extLst>
                      <a:ext uri="{FF2B5EF4-FFF2-40B4-BE49-F238E27FC236}">
                        <a16:creationId xmlns:a16="http://schemas.microsoft.com/office/drawing/2014/main" id="{F2CA0761-44EA-411A-9D99-D0EBEC9CB703}"/>
                      </a:ext>
                    </a:extLst>
                  </p:cNvPr>
                  <p:cNvSpPr/>
                  <p:nvPr/>
                </p:nvSpPr>
                <p:spPr>
                  <a:xfrm>
                    <a:off x="4824919" y="2384758"/>
                    <a:ext cx="697045" cy="344349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86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913" name="连接符: 曲线 912">
                  <a:extLst>
                    <a:ext uri="{FF2B5EF4-FFF2-40B4-BE49-F238E27FC236}">
                      <a16:creationId xmlns:a16="http://schemas.microsoft.com/office/drawing/2014/main" id="{F33FC744-06C4-4D0C-B784-0026671367DE}"/>
                    </a:ext>
                  </a:extLst>
                </p:cNvPr>
                <p:cNvCxnSpPr>
                  <a:stCxn id="1011" idx="2"/>
                  <a:endCxn id="954" idx="2"/>
                </p:cNvCxnSpPr>
                <p:nvPr/>
              </p:nvCxnSpPr>
              <p:spPr>
                <a:xfrm>
                  <a:off x="8112771" y="807287"/>
                  <a:ext cx="431665" cy="821156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4" name="连接符: 曲线 913">
                  <a:extLst>
                    <a:ext uri="{FF2B5EF4-FFF2-40B4-BE49-F238E27FC236}">
                      <a16:creationId xmlns:a16="http://schemas.microsoft.com/office/drawing/2014/main" id="{8EA5ABF8-A37B-4347-850B-154FE178C183}"/>
                    </a:ext>
                  </a:extLst>
                </p:cNvPr>
                <p:cNvCxnSpPr>
                  <a:stCxn id="1000" idx="2"/>
                  <a:endCxn id="954" idx="2"/>
                </p:cNvCxnSpPr>
                <p:nvPr/>
              </p:nvCxnSpPr>
              <p:spPr>
                <a:xfrm>
                  <a:off x="8114487" y="1621755"/>
                  <a:ext cx="429949" cy="6688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5" name="连接符: 曲线 914">
                  <a:extLst>
                    <a:ext uri="{FF2B5EF4-FFF2-40B4-BE49-F238E27FC236}">
                      <a16:creationId xmlns:a16="http://schemas.microsoft.com/office/drawing/2014/main" id="{D14FF53F-EAEA-4BBE-A761-FE3F36E495E2}"/>
                    </a:ext>
                  </a:extLst>
                </p:cNvPr>
                <p:cNvCxnSpPr>
                  <a:stCxn id="989" idx="2"/>
                  <a:endCxn id="943" idx="2"/>
                </p:cNvCxnSpPr>
                <p:nvPr/>
              </p:nvCxnSpPr>
              <p:spPr>
                <a:xfrm>
                  <a:off x="8112715" y="2446661"/>
                  <a:ext cx="429949" cy="6688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6" name="连接符: 曲线 915">
                  <a:extLst>
                    <a:ext uri="{FF2B5EF4-FFF2-40B4-BE49-F238E27FC236}">
                      <a16:creationId xmlns:a16="http://schemas.microsoft.com/office/drawing/2014/main" id="{95B3B294-FECB-4186-93E0-537328F3CB87}"/>
                    </a:ext>
                  </a:extLst>
                </p:cNvPr>
                <p:cNvCxnSpPr>
                  <a:stCxn id="978" idx="2"/>
                  <a:endCxn id="943" idx="2"/>
                </p:cNvCxnSpPr>
                <p:nvPr/>
              </p:nvCxnSpPr>
              <p:spPr>
                <a:xfrm flipV="1">
                  <a:off x="8112715" y="2453349"/>
                  <a:ext cx="429949" cy="806430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7" name="连接符: 曲线 916">
                  <a:extLst>
                    <a:ext uri="{FF2B5EF4-FFF2-40B4-BE49-F238E27FC236}">
                      <a16:creationId xmlns:a16="http://schemas.microsoft.com/office/drawing/2014/main" id="{143AA4A3-B2E7-4B4B-89C0-1FEF358F8F65}"/>
                    </a:ext>
                  </a:extLst>
                </p:cNvPr>
                <p:cNvCxnSpPr>
                  <a:stCxn id="967" idx="2"/>
                  <a:endCxn id="921" idx="2"/>
                </p:cNvCxnSpPr>
                <p:nvPr/>
              </p:nvCxnSpPr>
              <p:spPr>
                <a:xfrm flipV="1">
                  <a:off x="8112715" y="2473790"/>
                  <a:ext cx="2263802" cy="1607193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8" name="连接符: 曲线 917">
                  <a:extLst>
                    <a:ext uri="{FF2B5EF4-FFF2-40B4-BE49-F238E27FC236}">
                      <a16:creationId xmlns:a16="http://schemas.microsoft.com/office/drawing/2014/main" id="{74268468-B9B0-4E2A-A6E9-EA550F565754}"/>
                    </a:ext>
                  </a:extLst>
                </p:cNvPr>
                <p:cNvCxnSpPr>
                  <a:stCxn id="956" idx="2"/>
                  <a:endCxn id="932" idx="2"/>
                </p:cNvCxnSpPr>
                <p:nvPr/>
              </p:nvCxnSpPr>
              <p:spPr>
                <a:xfrm>
                  <a:off x="9266128" y="1628442"/>
                  <a:ext cx="126050" cy="421042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9" name="连接符: 曲线 918">
                  <a:extLst>
                    <a:ext uri="{FF2B5EF4-FFF2-40B4-BE49-F238E27FC236}">
                      <a16:creationId xmlns:a16="http://schemas.microsoft.com/office/drawing/2014/main" id="{D070CC34-2C29-4A91-BAC4-D18F648BF9CB}"/>
                    </a:ext>
                  </a:extLst>
                </p:cNvPr>
                <p:cNvCxnSpPr>
                  <a:stCxn id="945" idx="2"/>
                  <a:endCxn id="932" idx="2"/>
                </p:cNvCxnSpPr>
                <p:nvPr/>
              </p:nvCxnSpPr>
              <p:spPr>
                <a:xfrm flipV="1">
                  <a:off x="9264356" y="2049484"/>
                  <a:ext cx="127822" cy="403864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0" name="连接符: 曲线 919">
                  <a:extLst>
                    <a:ext uri="{FF2B5EF4-FFF2-40B4-BE49-F238E27FC236}">
                      <a16:creationId xmlns:a16="http://schemas.microsoft.com/office/drawing/2014/main" id="{B896D15E-D3A2-42D6-80EB-5199618444F1}"/>
                    </a:ext>
                  </a:extLst>
                </p:cNvPr>
                <p:cNvCxnSpPr>
                  <a:stCxn id="934" idx="2"/>
                  <a:endCxn id="921" idx="2"/>
                </p:cNvCxnSpPr>
                <p:nvPr/>
              </p:nvCxnSpPr>
              <p:spPr>
                <a:xfrm>
                  <a:off x="10113870" y="2049483"/>
                  <a:ext cx="262647" cy="424307"/>
                </a:xfrm>
                <a:prstGeom prst="curvedConnector3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7" name="矩形: 圆角 1516">
              <a:extLst>
                <a:ext uri="{FF2B5EF4-FFF2-40B4-BE49-F238E27FC236}">
                  <a16:creationId xmlns:a16="http://schemas.microsoft.com/office/drawing/2014/main" id="{91C805C8-7331-4511-8EE3-DA65C7D4F2AB}"/>
                </a:ext>
              </a:extLst>
            </p:cNvPr>
            <p:cNvSpPr/>
            <p:nvPr/>
          </p:nvSpPr>
          <p:spPr>
            <a:xfrm>
              <a:off x="6440267" y="154542"/>
              <a:ext cx="1200409" cy="1114547"/>
            </a:xfrm>
            <a:prstGeom prst="roundRect">
              <a:avLst/>
            </a:prstGeom>
            <a:solidFill>
              <a:srgbClr val="FBFBFB"/>
            </a:solidFill>
            <a:ln w="12700">
              <a:solidFill>
                <a:schemeClr val="tx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16" name="组合 1515">
              <a:extLst>
                <a:ext uri="{FF2B5EF4-FFF2-40B4-BE49-F238E27FC236}">
                  <a16:creationId xmlns:a16="http://schemas.microsoft.com/office/drawing/2014/main" id="{55002133-16D8-472B-BFA9-34C5AE2801D5}"/>
                </a:ext>
              </a:extLst>
            </p:cNvPr>
            <p:cNvGrpSpPr/>
            <p:nvPr/>
          </p:nvGrpSpPr>
          <p:grpSpPr>
            <a:xfrm>
              <a:off x="6458188" y="329210"/>
              <a:ext cx="561150" cy="753211"/>
              <a:chOff x="6149020" y="621474"/>
              <a:chExt cx="848803" cy="103751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496" name="组合 1495">
                <a:extLst>
                  <a:ext uri="{FF2B5EF4-FFF2-40B4-BE49-F238E27FC236}">
                    <a16:creationId xmlns:a16="http://schemas.microsoft.com/office/drawing/2014/main" id="{0299F6DF-9689-4671-A3B1-1233EC518F95}"/>
                  </a:ext>
                </a:extLst>
              </p:cNvPr>
              <p:cNvGrpSpPr/>
              <p:nvPr/>
            </p:nvGrpSpPr>
            <p:grpSpPr>
              <a:xfrm>
                <a:off x="6206664" y="621474"/>
                <a:ext cx="721692" cy="182550"/>
                <a:chOff x="3910519" y="1966452"/>
                <a:chExt cx="2513883" cy="762655"/>
              </a:xfrm>
            </p:grpSpPr>
            <p:sp>
              <p:nvSpPr>
                <p:cNvPr id="1497" name="梯形 1496">
                  <a:extLst>
                    <a:ext uri="{FF2B5EF4-FFF2-40B4-BE49-F238E27FC236}">
                      <a16:creationId xmlns:a16="http://schemas.microsoft.com/office/drawing/2014/main" id="{5B8EEEC3-48DD-4314-8EC7-42C8448930E9}"/>
                    </a:ext>
                  </a:extLst>
                </p:cNvPr>
                <p:cNvSpPr/>
                <p:nvPr/>
              </p:nvSpPr>
              <p:spPr>
                <a:xfrm rot="5400000">
                  <a:off x="3990474" y="2169860"/>
                  <a:ext cx="107005" cy="266916"/>
                </a:xfrm>
                <a:prstGeom prst="trapezoid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98" name="直接连接符 1497">
                  <a:extLst>
                    <a:ext uri="{FF2B5EF4-FFF2-40B4-BE49-F238E27FC236}">
                      <a16:creationId xmlns:a16="http://schemas.microsoft.com/office/drawing/2014/main" id="{40479D25-BD6D-4737-8F22-254EA5BD74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24919" y="2102597"/>
                  <a:ext cx="700392" cy="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9" name="梯形 1498">
                  <a:extLst>
                    <a:ext uri="{FF2B5EF4-FFF2-40B4-BE49-F238E27FC236}">
                      <a16:creationId xmlns:a16="http://schemas.microsoft.com/office/drawing/2014/main" id="{A57430A3-E1D1-40AD-9B8C-765F35C914EB}"/>
                    </a:ext>
                  </a:extLst>
                </p:cNvPr>
                <p:cNvSpPr/>
                <p:nvPr/>
              </p:nvSpPr>
              <p:spPr>
                <a:xfrm rot="16200000">
                  <a:off x="6237441" y="2169859"/>
                  <a:ext cx="107005" cy="266916"/>
                </a:xfrm>
                <a:prstGeom prst="trapezoid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00" name="连接符: 曲线 1499">
                  <a:extLst>
                    <a:ext uri="{FF2B5EF4-FFF2-40B4-BE49-F238E27FC236}">
                      <a16:creationId xmlns:a16="http://schemas.microsoft.com/office/drawing/2014/main" id="{B0EA179E-8C99-4AB0-A56B-B5ECEE4EB8D5}"/>
                    </a:ext>
                  </a:extLst>
                </p:cNvPr>
                <p:cNvCxnSpPr>
                  <a:stCxn id="1497" idx="0"/>
                </p:cNvCxnSpPr>
                <p:nvPr/>
              </p:nvCxnSpPr>
              <p:spPr>
                <a:xfrm flipV="1">
                  <a:off x="4177435" y="2102597"/>
                  <a:ext cx="647484" cy="200722"/>
                </a:xfrm>
                <a:prstGeom prst="curvedConnector3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1" name="连接符: 曲线 1500">
                  <a:extLst>
                    <a:ext uri="{FF2B5EF4-FFF2-40B4-BE49-F238E27FC236}">
                      <a16:creationId xmlns:a16="http://schemas.microsoft.com/office/drawing/2014/main" id="{AB2F2013-8635-486D-98C7-519C74539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498734" y="2102596"/>
                  <a:ext cx="647484" cy="200722"/>
                </a:xfrm>
                <a:prstGeom prst="curvedConnector3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02" name="组合 1501">
                  <a:extLst>
                    <a:ext uri="{FF2B5EF4-FFF2-40B4-BE49-F238E27FC236}">
                      <a16:creationId xmlns:a16="http://schemas.microsoft.com/office/drawing/2014/main" id="{4AD00ED7-7244-4CD2-981C-92FB3B32492A}"/>
                    </a:ext>
                  </a:extLst>
                </p:cNvPr>
                <p:cNvGrpSpPr/>
                <p:nvPr/>
              </p:nvGrpSpPr>
              <p:grpSpPr>
                <a:xfrm flipV="1">
                  <a:off x="4192049" y="2300972"/>
                  <a:ext cx="1968783" cy="210553"/>
                  <a:chOff x="4329835" y="2254997"/>
                  <a:chExt cx="1968783" cy="210553"/>
                </a:xfrm>
              </p:grpSpPr>
              <p:cxnSp>
                <p:nvCxnSpPr>
                  <p:cNvPr id="1505" name="直接连接符 1504">
                    <a:extLst>
                      <a:ext uri="{FF2B5EF4-FFF2-40B4-BE49-F238E27FC236}">
                        <a16:creationId xmlns:a16="http://schemas.microsoft.com/office/drawing/2014/main" id="{D28E115B-8F4E-4512-8F9A-85DC708998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50742" y="2254997"/>
                    <a:ext cx="700392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6" name="连接符: 曲线 1505">
                    <a:extLst>
                      <a:ext uri="{FF2B5EF4-FFF2-40B4-BE49-F238E27FC236}">
                        <a16:creationId xmlns:a16="http://schemas.microsoft.com/office/drawing/2014/main" id="{01046E5C-5554-4610-9155-7C7FAC8829C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329835" y="2254997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7" name="连接符: 曲线 1506">
                    <a:extLst>
                      <a:ext uri="{FF2B5EF4-FFF2-40B4-BE49-F238E27FC236}">
                        <a16:creationId xmlns:a16="http://schemas.microsoft.com/office/drawing/2014/main" id="{C4B2DFE2-7E00-4CB3-8E46-86058B7087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651134" y="2264828"/>
                    <a:ext cx="647484" cy="200722"/>
                  </a:xfrm>
                  <a:prstGeom prst="curvedConnector3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03" name="矩形 1502">
                  <a:extLst>
                    <a:ext uri="{FF2B5EF4-FFF2-40B4-BE49-F238E27FC236}">
                      <a16:creationId xmlns:a16="http://schemas.microsoft.com/office/drawing/2014/main" id="{8AB0563D-50C8-46F4-A9A3-00F26F7368F8}"/>
                    </a:ext>
                  </a:extLst>
                </p:cNvPr>
                <p:cNvSpPr/>
                <p:nvPr/>
              </p:nvSpPr>
              <p:spPr>
                <a:xfrm>
                  <a:off x="4839533" y="1966452"/>
                  <a:ext cx="697045" cy="34434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8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04" name="矩形 1503">
                  <a:extLst>
                    <a:ext uri="{FF2B5EF4-FFF2-40B4-BE49-F238E27FC236}">
                      <a16:creationId xmlns:a16="http://schemas.microsoft.com/office/drawing/2014/main" id="{0E3748F3-B08F-4309-93E4-3A354DDBAC53}"/>
                    </a:ext>
                  </a:extLst>
                </p:cNvPr>
                <p:cNvSpPr/>
                <p:nvPr/>
              </p:nvSpPr>
              <p:spPr>
                <a:xfrm>
                  <a:off x="4824919" y="2384758"/>
                  <a:ext cx="697045" cy="344349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8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508" name="直接连接符 1507">
                <a:extLst>
                  <a:ext uri="{FF2B5EF4-FFF2-40B4-BE49-F238E27FC236}">
                    <a16:creationId xmlns:a16="http://schemas.microsoft.com/office/drawing/2014/main" id="{EE44DB7E-00DA-4DC0-867C-0CA70D5B6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2468" y="1129810"/>
                <a:ext cx="370086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9" name="矩形 1508">
                <a:extLst>
                  <a:ext uri="{FF2B5EF4-FFF2-40B4-BE49-F238E27FC236}">
                    <a16:creationId xmlns:a16="http://schemas.microsoft.com/office/drawing/2014/main" id="{25295E70-E655-4C6B-9056-ECCCFCD955EC}"/>
                  </a:ext>
                </a:extLst>
              </p:cNvPr>
              <p:cNvSpPr/>
              <p:nvPr/>
            </p:nvSpPr>
            <p:spPr>
              <a:xfrm>
                <a:off x="6467456" y="1081868"/>
                <a:ext cx="200109" cy="82424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8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510" name="组合 1509">
                <a:extLst>
                  <a:ext uri="{FF2B5EF4-FFF2-40B4-BE49-F238E27FC236}">
                    <a16:creationId xmlns:a16="http://schemas.microsoft.com/office/drawing/2014/main" id="{46F36648-4BBB-47E6-934A-F6F680582496}"/>
                  </a:ext>
                </a:extLst>
              </p:cNvPr>
              <p:cNvGrpSpPr/>
              <p:nvPr/>
            </p:nvGrpSpPr>
            <p:grpSpPr>
              <a:xfrm>
                <a:off x="6149020" y="1329440"/>
                <a:ext cx="848803" cy="329552"/>
                <a:chOff x="10226984" y="2885463"/>
                <a:chExt cx="1454285" cy="516674"/>
              </a:xfrm>
            </p:grpSpPr>
            <p:cxnSp>
              <p:nvCxnSpPr>
                <p:cNvPr id="1511" name="直接连接符 1510">
                  <a:extLst>
                    <a:ext uri="{FF2B5EF4-FFF2-40B4-BE49-F238E27FC236}">
                      <a16:creationId xmlns:a16="http://schemas.microsoft.com/office/drawing/2014/main" id="{9E073BB7-0114-466C-A906-4184EB27F7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26984" y="3139880"/>
                  <a:ext cx="74850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12" name="矩形 1511">
                  <a:extLst>
                    <a:ext uri="{FF2B5EF4-FFF2-40B4-BE49-F238E27FC236}">
                      <a16:creationId xmlns:a16="http://schemas.microsoft.com/office/drawing/2014/main" id="{4218F9F9-1588-4304-8DC1-8A6F97BB7E25}"/>
                    </a:ext>
                  </a:extLst>
                </p:cNvPr>
                <p:cNvSpPr/>
                <p:nvPr/>
              </p:nvSpPr>
              <p:spPr>
                <a:xfrm>
                  <a:off x="10932764" y="3065613"/>
                  <a:ext cx="748505" cy="14996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13" name="矩形 1512">
                  <a:extLst>
                    <a:ext uri="{FF2B5EF4-FFF2-40B4-BE49-F238E27FC236}">
                      <a16:creationId xmlns:a16="http://schemas.microsoft.com/office/drawing/2014/main" id="{23CCE4F2-180A-4B96-B07D-39C16B164614}"/>
                    </a:ext>
                  </a:extLst>
                </p:cNvPr>
                <p:cNvSpPr/>
                <p:nvPr/>
              </p:nvSpPr>
              <p:spPr>
                <a:xfrm>
                  <a:off x="11002085" y="3072054"/>
                  <a:ext cx="603115" cy="13546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14" name="矩形 1513">
                  <a:extLst>
                    <a:ext uri="{FF2B5EF4-FFF2-40B4-BE49-F238E27FC236}">
                      <a16:creationId xmlns:a16="http://schemas.microsoft.com/office/drawing/2014/main" id="{B719C46A-1E56-46E2-A317-1C4C8A95F5FA}"/>
                    </a:ext>
                  </a:extLst>
                </p:cNvPr>
                <p:cNvSpPr/>
                <p:nvPr/>
              </p:nvSpPr>
              <p:spPr>
                <a:xfrm>
                  <a:off x="11053310" y="3209725"/>
                  <a:ext cx="525294" cy="19241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8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15" name="矩形 1514">
                  <a:extLst>
                    <a:ext uri="{FF2B5EF4-FFF2-40B4-BE49-F238E27FC236}">
                      <a16:creationId xmlns:a16="http://schemas.microsoft.com/office/drawing/2014/main" id="{CC1B0058-1521-4458-8412-8DBDB3466835}"/>
                    </a:ext>
                  </a:extLst>
                </p:cNvPr>
                <p:cNvSpPr/>
                <p:nvPr/>
              </p:nvSpPr>
              <p:spPr>
                <a:xfrm>
                  <a:off x="11053310" y="2885463"/>
                  <a:ext cx="525294" cy="192412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  <a:alpha val="8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518" name="文本框 1517">
              <a:extLst>
                <a:ext uri="{FF2B5EF4-FFF2-40B4-BE49-F238E27FC236}">
                  <a16:creationId xmlns:a16="http://schemas.microsoft.com/office/drawing/2014/main" id="{2FE3C592-7C47-49AE-9566-83E3B8539F31}"/>
                </a:ext>
              </a:extLst>
            </p:cNvPr>
            <p:cNvSpPr txBox="1"/>
            <p:nvPr/>
          </p:nvSpPr>
          <p:spPr>
            <a:xfrm>
              <a:off x="7002895" y="193161"/>
              <a:ext cx="643492" cy="371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MZI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9" name="文本框 1518">
              <a:extLst>
                <a:ext uri="{FF2B5EF4-FFF2-40B4-BE49-F238E27FC236}">
                  <a16:creationId xmlns:a16="http://schemas.microsoft.com/office/drawing/2014/main" id="{B2260650-C2CC-4428-809D-020F49A74AD4}"/>
                </a:ext>
              </a:extLst>
            </p:cNvPr>
            <p:cNvSpPr txBox="1"/>
            <p:nvPr/>
          </p:nvSpPr>
          <p:spPr>
            <a:xfrm>
              <a:off x="6957355" y="493662"/>
              <a:ext cx="771295" cy="371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VOA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0" name="文本框 1519">
              <a:extLst>
                <a:ext uri="{FF2B5EF4-FFF2-40B4-BE49-F238E27FC236}">
                  <a16:creationId xmlns:a16="http://schemas.microsoft.com/office/drawing/2014/main" id="{E9BA10D3-E9E6-474E-9C75-4692519E28CB}"/>
                </a:ext>
              </a:extLst>
            </p:cNvPr>
            <p:cNvSpPr txBox="1"/>
            <p:nvPr/>
          </p:nvSpPr>
          <p:spPr>
            <a:xfrm>
              <a:off x="7027008" y="777267"/>
              <a:ext cx="636428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2" name="矩形 1521">
              <a:extLst>
                <a:ext uri="{FF2B5EF4-FFF2-40B4-BE49-F238E27FC236}">
                  <a16:creationId xmlns:a16="http://schemas.microsoft.com/office/drawing/2014/main" id="{6F1A3DDD-4847-4209-B932-3C35D97C7D09}"/>
                </a:ext>
              </a:extLst>
            </p:cNvPr>
            <p:cNvSpPr/>
            <p:nvPr/>
          </p:nvSpPr>
          <p:spPr>
            <a:xfrm>
              <a:off x="8637391" y="291924"/>
              <a:ext cx="1285929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rogrammable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onvulution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  <a:p>
              <a:pPr algn="ctr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(PCC)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24" name="直接箭头连接符 1523">
              <a:extLst>
                <a:ext uri="{FF2B5EF4-FFF2-40B4-BE49-F238E27FC236}">
                  <a16:creationId xmlns:a16="http://schemas.microsoft.com/office/drawing/2014/main" id="{DC2568B9-7860-4A19-8C9B-CAE04F0DCE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8275" y="1405355"/>
              <a:ext cx="110375" cy="381074"/>
            </a:xfrm>
            <a:prstGeom prst="straightConnector1">
              <a:avLst/>
            </a:prstGeom>
            <a:ln w="28575">
              <a:solidFill>
                <a:srgbClr val="343C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28" name="图片 1527">
            <a:extLst>
              <a:ext uri="{FF2B5EF4-FFF2-40B4-BE49-F238E27FC236}">
                <a16:creationId xmlns:a16="http://schemas.microsoft.com/office/drawing/2014/main" id="{3C82AB7C-EDF7-491E-8161-38A50810A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17" y="3551010"/>
            <a:ext cx="6503039" cy="2882837"/>
          </a:xfrm>
          <a:prstGeom prst="rect">
            <a:avLst/>
          </a:prstGeom>
        </p:spPr>
      </p:pic>
      <p:grpSp>
        <p:nvGrpSpPr>
          <p:cNvPr id="1544" name="组合 1543">
            <a:extLst>
              <a:ext uri="{FF2B5EF4-FFF2-40B4-BE49-F238E27FC236}">
                <a16:creationId xmlns:a16="http://schemas.microsoft.com/office/drawing/2014/main" id="{DA8ADD29-9CF2-4DF6-AA91-9032D9C8A10C}"/>
              </a:ext>
            </a:extLst>
          </p:cNvPr>
          <p:cNvGrpSpPr/>
          <p:nvPr/>
        </p:nvGrpSpPr>
        <p:grpSpPr>
          <a:xfrm>
            <a:off x="1930520" y="5918844"/>
            <a:ext cx="7511989" cy="763143"/>
            <a:chOff x="1921585" y="5442743"/>
            <a:chExt cx="7583565" cy="1100160"/>
          </a:xfrm>
        </p:grpSpPr>
        <p:sp>
          <p:nvSpPr>
            <p:cNvPr id="1537" name="箭头: 直角上 1536">
              <a:extLst>
                <a:ext uri="{FF2B5EF4-FFF2-40B4-BE49-F238E27FC236}">
                  <a16:creationId xmlns:a16="http://schemas.microsoft.com/office/drawing/2014/main" id="{8F474E03-E5FE-4B89-A9FF-D898C8D0FB70}"/>
                </a:ext>
              </a:extLst>
            </p:cNvPr>
            <p:cNvSpPr/>
            <p:nvPr/>
          </p:nvSpPr>
          <p:spPr>
            <a:xfrm>
              <a:off x="2004712" y="5442743"/>
              <a:ext cx="7500438" cy="1100160"/>
            </a:xfrm>
            <a:prstGeom prst="bentUpArrow">
              <a:avLst>
                <a:gd name="adj1" fmla="val 0"/>
                <a:gd name="adj2" fmla="val 6608"/>
                <a:gd name="adj3" fmla="val 25000"/>
              </a:avLst>
            </a:prstGeom>
            <a:noFill/>
            <a:ln w="28575">
              <a:solidFill>
                <a:srgbClr val="343C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541" name="直接连接符 1540">
              <a:extLst>
                <a:ext uri="{FF2B5EF4-FFF2-40B4-BE49-F238E27FC236}">
                  <a16:creationId xmlns:a16="http://schemas.microsoft.com/office/drawing/2014/main" id="{DD3B18D3-152C-4684-A822-1C950C33A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1585" y="6251171"/>
              <a:ext cx="0" cy="291732"/>
            </a:xfrm>
            <a:prstGeom prst="line">
              <a:avLst/>
            </a:prstGeom>
            <a:noFill/>
            <a:ln w="28575">
              <a:solidFill>
                <a:srgbClr val="343C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545" name="图片 1544">
            <a:extLst>
              <a:ext uri="{FF2B5EF4-FFF2-40B4-BE49-F238E27FC236}">
                <a16:creationId xmlns:a16="http://schemas.microsoft.com/office/drawing/2014/main" id="{AB5CB12A-D162-4A20-8D6E-E1A1CD792E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455"/>
          <a:stretch/>
        </p:blipFill>
        <p:spPr>
          <a:xfrm>
            <a:off x="7488533" y="4164187"/>
            <a:ext cx="3737860" cy="1668882"/>
          </a:xfrm>
          <a:prstGeom prst="rect">
            <a:avLst/>
          </a:prstGeom>
        </p:spPr>
      </p:pic>
      <p:sp>
        <p:nvSpPr>
          <p:cNvPr id="1546" name="文本框 1545">
            <a:extLst>
              <a:ext uri="{FF2B5EF4-FFF2-40B4-BE49-F238E27FC236}">
                <a16:creationId xmlns:a16="http://schemas.microsoft.com/office/drawing/2014/main" id="{D4D6DB17-BF12-404D-933C-E4945FF9F982}"/>
              </a:ext>
            </a:extLst>
          </p:cNvPr>
          <p:cNvSpPr txBox="1"/>
          <p:nvPr/>
        </p:nvSpPr>
        <p:spPr>
          <a:xfrm>
            <a:off x="11139055" y="4646815"/>
            <a:ext cx="756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1-16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7" name="文本框 1546">
            <a:extLst>
              <a:ext uri="{FF2B5EF4-FFF2-40B4-BE49-F238E27FC236}">
                <a16:creationId xmlns:a16="http://schemas.microsoft.com/office/drawing/2014/main" id="{3296D0C4-6752-459A-B66A-4DD9835BF471}"/>
              </a:ext>
            </a:extLst>
          </p:cNvPr>
          <p:cNvSpPr txBox="1"/>
          <p:nvPr/>
        </p:nvSpPr>
        <p:spPr>
          <a:xfrm>
            <a:off x="4867144" y="6343974"/>
            <a:ext cx="1731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Composed by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54" name="直接箭头连接符 1553">
            <a:extLst>
              <a:ext uri="{FF2B5EF4-FFF2-40B4-BE49-F238E27FC236}">
                <a16:creationId xmlns:a16="http://schemas.microsoft.com/office/drawing/2014/main" id="{AE4179A8-7142-4BDD-9720-D427D3058475}"/>
              </a:ext>
            </a:extLst>
          </p:cNvPr>
          <p:cNvCxnSpPr>
            <a:cxnSpLocks/>
          </p:cNvCxnSpPr>
          <p:nvPr/>
        </p:nvCxnSpPr>
        <p:spPr>
          <a:xfrm flipV="1">
            <a:off x="8080302" y="3004999"/>
            <a:ext cx="911015" cy="1150334"/>
          </a:xfrm>
          <a:prstGeom prst="straightConnector1">
            <a:avLst/>
          </a:prstGeom>
          <a:ln w="28575">
            <a:solidFill>
              <a:srgbClr val="292E2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7" name="文本框 1556">
            <a:extLst>
              <a:ext uri="{FF2B5EF4-FFF2-40B4-BE49-F238E27FC236}">
                <a16:creationId xmlns:a16="http://schemas.microsoft.com/office/drawing/2014/main" id="{B2F46B98-B02D-4D13-8953-6D3AB7964200}"/>
              </a:ext>
            </a:extLst>
          </p:cNvPr>
          <p:cNvSpPr txBox="1"/>
          <p:nvPr/>
        </p:nvSpPr>
        <p:spPr>
          <a:xfrm>
            <a:off x="8352107" y="3432759"/>
            <a:ext cx="1278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filter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06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28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24</cp:revision>
  <dcterms:created xsi:type="dcterms:W3CDTF">2024-11-10T14:45:46Z</dcterms:created>
  <dcterms:modified xsi:type="dcterms:W3CDTF">2024-12-15T15:54:09Z</dcterms:modified>
</cp:coreProperties>
</file>